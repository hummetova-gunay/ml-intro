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9DCDE7-8ADE-4877-8D0A-5FA274159DC8}" v="43" dt="2026-04-29T10:13:32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ay Hummatova" userId="f0b53ec6-6471-4373-aaf4-026831224095" providerId="ADAL" clId="{60BC0D0D-C0FC-4418-9185-B57B407CF6AE}"/>
    <pc:docChg chg="undo custSel addSld delSld modSld">
      <pc:chgData name="Gunay Hummatova" userId="f0b53ec6-6471-4373-aaf4-026831224095" providerId="ADAL" clId="{60BC0D0D-C0FC-4418-9185-B57B407CF6AE}" dt="2026-04-29T10:14:24.307" v="984" actId="113"/>
      <pc:docMkLst>
        <pc:docMk/>
      </pc:docMkLst>
      <pc:sldChg chg="modSp mod">
        <pc:chgData name="Gunay Hummatova" userId="f0b53ec6-6471-4373-aaf4-026831224095" providerId="ADAL" clId="{60BC0D0D-C0FC-4418-9185-B57B407CF6AE}" dt="2026-04-29T07:48:55.621" v="938" actId="20577"/>
        <pc:sldMkLst>
          <pc:docMk/>
          <pc:sldMk cId="3002322607" sldId="257"/>
        </pc:sldMkLst>
        <pc:spChg chg="mod">
          <ac:chgData name="Gunay Hummatova" userId="f0b53ec6-6471-4373-aaf4-026831224095" providerId="ADAL" clId="{60BC0D0D-C0FC-4418-9185-B57B407CF6AE}" dt="2026-04-29T07:48:55.621" v="938" actId="20577"/>
          <ac:spMkLst>
            <pc:docMk/>
            <pc:sldMk cId="3002322607" sldId="257"/>
            <ac:spMk id="3" creationId="{643DE025-848B-3865-49D3-D4ED8A3AB2F3}"/>
          </ac:spMkLst>
        </pc:spChg>
      </pc:sldChg>
      <pc:sldChg chg="modSp">
        <pc:chgData name="Gunay Hummatova" userId="f0b53ec6-6471-4373-aaf4-026831224095" providerId="ADAL" clId="{60BC0D0D-C0FC-4418-9185-B57B407CF6AE}" dt="2026-04-29T10:13:32.474" v="983" actId="1076"/>
        <pc:sldMkLst>
          <pc:docMk/>
          <pc:sldMk cId="374989013" sldId="263"/>
        </pc:sldMkLst>
        <pc:picChg chg="mod">
          <ac:chgData name="Gunay Hummatova" userId="f0b53ec6-6471-4373-aaf4-026831224095" providerId="ADAL" clId="{60BC0D0D-C0FC-4418-9185-B57B407CF6AE}" dt="2026-04-29T10:13:32.474" v="983" actId="1076"/>
          <ac:picMkLst>
            <pc:docMk/>
            <pc:sldMk cId="374989013" sldId="263"/>
            <ac:picMk id="3074" creationId="{1DDABC92-8A62-3C37-8407-96C244218C23}"/>
          </ac:picMkLst>
        </pc:picChg>
      </pc:sldChg>
      <pc:sldChg chg="modSp mod">
        <pc:chgData name="Gunay Hummatova" userId="f0b53ec6-6471-4373-aaf4-026831224095" providerId="ADAL" clId="{60BC0D0D-C0FC-4418-9185-B57B407CF6AE}" dt="2026-04-29T10:11:38.826" v="953" actId="20577"/>
        <pc:sldMkLst>
          <pc:docMk/>
          <pc:sldMk cId="18023987" sldId="264"/>
        </pc:sldMkLst>
        <pc:spChg chg="mod">
          <ac:chgData name="Gunay Hummatova" userId="f0b53ec6-6471-4373-aaf4-026831224095" providerId="ADAL" clId="{60BC0D0D-C0FC-4418-9185-B57B407CF6AE}" dt="2026-04-29T10:11:38.826" v="953" actId="20577"/>
          <ac:spMkLst>
            <pc:docMk/>
            <pc:sldMk cId="18023987" sldId="264"/>
            <ac:spMk id="3" creationId="{FADFE9D1-54CD-D8F0-3B80-501016EC2C99}"/>
          </ac:spMkLst>
        </pc:spChg>
      </pc:sldChg>
      <pc:sldChg chg="modSp mod">
        <pc:chgData name="Gunay Hummatova" userId="f0b53ec6-6471-4373-aaf4-026831224095" providerId="ADAL" clId="{60BC0D0D-C0FC-4418-9185-B57B407CF6AE}" dt="2026-04-29T10:12:58.744" v="981" actId="20577"/>
        <pc:sldMkLst>
          <pc:docMk/>
          <pc:sldMk cId="4108590016" sldId="265"/>
        </pc:sldMkLst>
        <pc:spChg chg="mod">
          <ac:chgData name="Gunay Hummatova" userId="f0b53ec6-6471-4373-aaf4-026831224095" providerId="ADAL" clId="{60BC0D0D-C0FC-4418-9185-B57B407CF6AE}" dt="2026-04-29T10:12:58.744" v="981" actId="20577"/>
          <ac:spMkLst>
            <pc:docMk/>
            <pc:sldMk cId="4108590016" sldId="265"/>
            <ac:spMk id="3" creationId="{44049368-D980-F223-7B43-E41EF5CE6999}"/>
          </ac:spMkLst>
        </pc:spChg>
      </pc:sldChg>
      <pc:sldChg chg="addSp delSp modSp mod modClrScheme chgLayout">
        <pc:chgData name="Gunay Hummatova" userId="f0b53ec6-6471-4373-aaf4-026831224095" providerId="ADAL" clId="{60BC0D0D-C0FC-4418-9185-B57B407CF6AE}" dt="2026-04-29T10:14:24.307" v="984" actId="113"/>
        <pc:sldMkLst>
          <pc:docMk/>
          <pc:sldMk cId="857587113" sldId="266"/>
        </pc:sldMkLst>
        <pc:spChg chg="mod ord">
          <ac:chgData name="Gunay Hummatova" userId="f0b53ec6-6471-4373-aaf4-026831224095" providerId="ADAL" clId="{60BC0D0D-C0FC-4418-9185-B57B407CF6AE}" dt="2026-04-29T06:12:41.524" v="898" actId="20577"/>
          <ac:spMkLst>
            <pc:docMk/>
            <pc:sldMk cId="857587113" sldId="266"/>
            <ac:spMk id="2" creationId="{33401EF3-8C7A-AB0C-DC1D-05065A58E639}"/>
          </ac:spMkLst>
        </pc:spChg>
        <pc:spChg chg="mod ord">
          <ac:chgData name="Gunay Hummatova" userId="f0b53ec6-6471-4373-aaf4-026831224095" providerId="ADAL" clId="{60BC0D0D-C0FC-4418-9185-B57B407CF6AE}" dt="2026-04-29T10:14:24.307" v="984" actId="113"/>
          <ac:spMkLst>
            <pc:docMk/>
            <pc:sldMk cId="857587113" sldId="266"/>
            <ac:spMk id="3" creationId="{A1F52108-C016-E906-A7F1-878F8BBCD330}"/>
          </ac:spMkLst>
        </pc:spChg>
        <pc:spChg chg="add del mod ord">
          <ac:chgData name="Gunay Hummatova" userId="f0b53ec6-6471-4373-aaf4-026831224095" providerId="ADAL" clId="{60BC0D0D-C0FC-4418-9185-B57B407CF6AE}" dt="2026-04-29T06:02:06.221" v="680" actId="478"/>
          <ac:spMkLst>
            <pc:docMk/>
            <pc:sldMk cId="857587113" sldId="266"/>
            <ac:spMk id="4" creationId="{14FA9A46-9714-B0AD-9283-721496C65A3B}"/>
          </ac:spMkLst>
        </pc:spChg>
      </pc:sldChg>
      <pc:sldChg chg="modSp new del mod">
        <pc:chgData name="Gunay Hummatova" userId="f0b53ec6-6471-4373-aaf4-026831224095" providerId="ADAL" clId="{60BC0D0D-C0FC-4418-9185-B57B407CF6AE}" dt="2026-04-29T06:13:24.418" v="922" actId="2696"/>
        <pc:sldMkLst>
          <pc:docMk/>
          <pc:sldMk cId="2911469005" sldId="267"/>
        </pc:sldMkLst>
        <pc:spChg chg="mod">
          <ac:chgData name="Gunay Hummatova" userId="f0b53ec6-6471-4373-aaf4-026831224095" providerId="ADAL" clId="{60BC0D0D-C0FC-4418-9185-B57B407CF6AE}" dt="2026-04-29T06:02:27.083" v="712" actId="20577"/>
          <ac:spMkLst>
            <pc:docMk/>
            <pc:sldMk cId="2911469005" sldId="267"/>
            <ac:spMk id="2" creationId="{F266CA3D-C3A4-2531-09DA-0DDED7EC2E99}"/>
          </ac:spMkLst>
        </pc:spChg>
        <pc:spChg chg="mod">
          <ac:chgData name="Gunay Hummatova" userId="f0b53ec6-6471-4373-aaf4-026831224095" providerId="ADAL" clId="{60BC0D0D-C0FC-4418-9185-B57B407CF6AE}" dt="2026-04-29T06:02:40.816" v="718" actId="27636"/>
          <ac:spMkLst>
            <pc:docMk/>
            <pc:sldMk cId="2911469005" sldId="267"/>
            <ac:spMk id="3" creationId="{2EBA8611-9F87-446C-36E8-DFA2B07CC128}"/>
          </ac:spMkLst>
        </pc:spChg>
      </pc:sldChg>
      <pc:sldChg chg="addSp delSp modSp new mod">
        <pc:chgData name="Gunay Hummatova" userId="f0b53ec6-6471-4373-aaf4-026831224095" providerId="ADAL" clId="{60BC0D0D-C0FC-4418-9185-B57B407CF6AE}" dt="2026-04-29T06:13:12.644" v="921" actId="20577"/>
        <pc:sldMkLst>
          <pc:docMk/>
          <pc:sldMk cId="173018192" sldId="268"/>
        </pc:sldMkLst>
        <pc:spChg chg="del mod">
          <ac:chgData name="Gunay Hummatova" userId="f0b53ec6-6471-4373-aaf4-026831224095" providerId="ADAL" clId="{60BC0D0D-C0FC-4418-9185-B57B407CF6AE}" dt="2026-04-29T06:08:47.316" v="813" actId="478"/>
          <ac:spMkLst>
            <pc:docMk/>
            <pc:sldMk cId="173018192" sldId="268"/>
            <ac:spMk id="2" creationId="{920F3531-0742-D0BE-62C4-CDE701FBC004}"/>
          </ac:spMkLst>
        </pc:spChg>
        <pc:spChg chg="mod">
          <ac:chgData name="Gunay Hummatova" userId="f0b53ec6-6471-4373-aaf4-026831224095" providerId="ADAL" clId="{60BC0D0D-C0FC-4418-9185-B57B407CF6AE}" dt="2026-04-29T06:08:33.698" v="809" actId="20577"/>
          <ac:spMkLst>
            <pc:docMk/>
            <pc:sldMk cId="173018192" sldId="268"/>
            <ac:spMk id="3" creationId="{4266BB67-8081-8E9C-55A1-735C4F9DC3FA}"/>
          </ac:spMkLst>
        </pc:spChg>
        <pc:spChg chg="add mod">
          <ac:chgData name="Gunay Hummatova" userId="f0b53ec6-6471-4373-aaf4-026831224095" providerId="ADAL" clId="{60BC0D0D-C0FC-4418-9185-B57B407CF6AE}" dt="2026-04-29T06:11:15.460" v="843" actId="14100"/>
          <ac:spMkLst>
            <pc:docMk/>
            <pc:sldMk cId="173018192" sldId="268"/>
            <ac:spMk id="4" creationId="{ACB559C8-BA70-F377-3D97-C78CFFB4301D}"/>
          </ac:spMkLst>
        </pc:spChg>
        <pc:spChg chg="add mod">
          <ac:chgData name="Gunay Hummatova" userId="f0b53ec6-6471-4373-aaf4-026831224095" providerId="ADAL" clId="{60BC0D0D-C0FC-4418-9185-B57B407CF6AE}" dt="2026-04-29T06:10:33.380" v="834" actId="1076"/>
          <ac:spMkLst>
            <pc:docMk/>
            <pc:sldMk cId="173018192" sldId="268"/>
            <ac:spMk id="5" creationId="{38D286A6-8A5E-08BE-D200-E2D44A397088}"/>
          </ac:spMkLst>
        </pc:spChg>
        <pc:spChg chg="add mod">
          <ac:chgData name="Gunay Hummatova" userId="f0b53ec6-6471-4373-aaf4-026831224095" providerId="ADAL" clId="{60BC0D0D-C0FC-4418-9185-B57B407CF6AE}" dt="2026-04-29T06:11:04.643" v="841" actId="14100"/>
          <ac:spMkLst>
            <pc:docMk/>
            <pc:sldMk cId="173018192" sldId="268"/>
            <ac:spMk id="6" creationId="{A006AACB-49E1-3421-0738-59ADE680B7E4}"/>
          </ac:spMkLst>
        </pc:spChg>
        <pc:spChg chg="add mod">
          <ac:chgData name="Gunay Hummatova" userId="f0b53ec6-6471-4373-aaf4-026831224095" providerId="ADAL" clId="{60BC0D0D-C0FC-4418-9185-B57B407CF6AE}" dt="2026-04-29T06:11:10.055" v="842" actId="14100"/>
          <ac:spMkLst>
            <pc:docMk/>
            <pc:sldMk cId="173018192" sldId="268"/>
            <ac:spMk id="7" creationId="{F2F1D112-40A7-DD05-6034-F49F32FE3E91}"/>
          </ac:spMkLst>
        </pc:spChg>
        <pc:spChg chg="add del mod">
          <ac:chgData name="Gunay Hummatova" userId="f0b53ec6-6471-4373-aaf4-026831224095" providerId="ADAL" clId="{60BC0D0D-C0FC-4418-9185-B57B407CF6AE}" dt="2026-04-29T06:10:10.688" v="830" actId="478"/>
          <ac:spMkLst>
            <pc:docMk/>
            <pc:sldMk cId="173018192" sldId="268"/>
            <ac:spMk id="8" creationId="{82FC19F2-329A-58CB-6ABD-5D113CA8AD9E}"/>
          </ac:spMkLst>
        </pc:spChg>
        <pc:spChg chg="add mod">
          <ac:chgData name="Gunay Hummatova" userId="f0b53ec6-6471-4373-aaf4-026831224095" providerId="ADAL" clId="{60BC0D0D-C0FC-4418-9185-B57B407CF6AE}" dt="2026-04-29T06:11:45.209" v="858" actId="1076"/>
          <ac:spMkLst>
            <pc:docMk/>
            <pc:sldMk cId="173018192" sldId="268"/>
            <ac:spMk id="9" creationId="{FB37CF0C-849D-73A2-41DC-0F99158EEDCB}"/>
          </ac:spMkLst>
        </pc:spChg>
        <pc:spChg chg="add mod">
          <ac:chgData name="Gunay Hummatova" userId="f0b53ec6-6471-4373-aaf4-026831224095" providerId="ADAL" clId="{60BC0D0D-C0FC-4418-9185-B57B407CF6AE}" dt="2026-04-29T06:12:00.295" v="878" actId="20577"/>
          <ac:spMkLst>
            <pc:docMk/>
            <pc:sldMk cId="173018192" sldId="268"/>
            <ac:spMk id="10" creationId="{825E70B4-2E26-E39C-0B10-582C6B4B0F5A}"/>
          </ac:spMkLst>
        </pc:spChg>
        <pc:spChg chg="add mod">
          <ac:chgData name="Gunay Hummatova" userId="f0b53ec6-6471-4373-aaf4-026831224095" providerId="ADAL" clId="{60BC0D0D-C0FC-4418-9185-B57B407CF6AE}" dt="2026-04-29T06:12:21.818" v="890" actId="20577"/>
          <ac:spMkLst>
            <pc:docMk/>
            <pc:sldMk cId="173018192" sldId="268"/>
            <ac:spMk id="11" creationId="{F0E7AEB0-634B-510F-6097-5FD357444DAC}"/>
          </ac:spMkLst>
        </pc:spChg>
        <pc:spChg chg="add mod">
          <ac:chgData name="Gunay Hummatova" userId="f0b53ec6-6471-4373-aaf4-026831224095" providerId="ADAL" clId="{60BC0D0D-C0FC-4418-9185-B57B407CF6AE}" dt="2026-04-29T06:13:12.644" v="921" actId="20577"/>
          <ac:spMkLst>
            <pc:docMk/>
            <pc:sldMk cId="173018192" sldId="268"/>
            <ac:spMk id="12" creationId="{49D4345A-5D0F-EA59-C6CE-5036DADD5C6C}"/>
          </ac:spMkLst>
        </pc:spChg>
      </pc:sldChg>
      <pc:sldChg chg="delSp modSp new mod">
        <pc:chgData name="Gunay Hummatova" userId="f0b53ec6-6471-4373-aaf4-026831224095" providerId="ADAL" clId="{60BC0D0D-C0FC-4418-9185-B57B407CF6AE}" dt="2026-04-29T06:13:45.936" v="936" actId="478"/>
        <pc:sldMkLst>
          <pc:docMk/>
          <pc:sldMk cId="457754984" sldId="269"/>
        </pc:sldMkLst>
        <pc:spChg chg="mod">
          <ac:chgData name="Gunay Hummatova" userId="f0b53ec6-6471-4373-aaf4-026831224095" providerId="ADAL" clId="{60BC0D0D-C0FC-4418-9185-B57B407CF6AE}" dt="2026-04-29T06:13:41.382" v="935" actId="20577"/>
          <ac:spMkLst>
            <pc:docMk/>
            <pc:sldMk cId="457754984" sldId="269"/>
            <ac:spMk id="2" creationId="{D509089D-1B09-5F2E-2627-CD04C188A19B}"/>
          </ac:spMkLst>
        </pc:spChg>
        <pc:spChg chg="del">
          <ac:chgData name="Gunay Hummatova" userId="f0b53ec6-6471-4373-aaf4-026831224095" providerId="ADAL" clId="{60BC0D0D-C0FC-4418-9185-B57B407CF6AE}" dt="2026-04-29T06:13:45.936" v="936" actId="478"/>
          <ac:spMkLst>
            <pc:docMk/>
            <pc:sldMk cId="457754984" sldId="269"/>
            <ac:spMk id="3" creationId="{095503FB-A2EF-7464-3B25-7225E409F3EC}"/>
          </ac:spMkLst>
        </pc:spChg>
      </pc:sldChg>
    </pc:docChg>
  </pc:docChgLst>
  <pc:docChgLst>
    <pc:chgData name="Gunay Hummatova" userId="f0b53ec6-6471-4373-aaf4-026831224095" providerId="ADAL" clId="{797F71F8-1D57-439B-9CD2-D85FA97C9AA8}"/>
    <pc:docChg chg="undo redo custSel addSld modSld">
      <pc:chgData name="Gunay Hummatova" userId="f0b53ec6-6471-4373-aaf4-026831224095" providerId="ADAL" clId="{797F71F8-1D57-439B-9CD2-D85FA97C9AA8}" dt="2026-04-28T09:08:09.625" v="3425" actId="680"/>
      <pc:docMkLst>
        <pc:docMk/>
      </pc:docMkLst>
      <pc:sldChg chg="modSp mod">
        <pc:chgData name="Gunay Hummatova" userId="f0b53ec6-6471-4373-aaf4-026831224095" providerId="ADAL" clId="{797F71F8-1D57-439B-9CD2-D85FA97C9AA8}" dt="2026-04-28T07:26:24.584" v="105" actId="20577"/>
        <pc:sldMkLst>
          <pc:docMk/>
          <pc:sldMk cId="1670149468" sldId="256"/>
        </pc:sldMkLst>
        <pc:spChg chg="mod">
          <ac:chgData name="Gunay Hummatova" userId="f0b53ec6-6471-4373-aaf4-026831224095" providerId="ADAL" clId="{797F71F8-1D57-439B-9CD2-D85FA97C9AA8}" dt="2026-04-28T07:26:11.330" v="71" actId="20577"/>
          <ac:spMkLst>
            <pc:docMk/>
            <pc:sldMk cId="1670149468" sldId="256"/>
            <ac:spMk id="2" creationId="{E0D48C5B-7715-52DC-360F-63781E40F7A3}"/>
          </ac:spMkLst>
        </pc:spChg>
        <pc:spChg chg="mod">
          <ac:chgData name="Gunay Hummatova" userId="f0b53ec6-6471-4373-aaf4-026831224095" providerId="ADAL" clId="{797F71F8-1D57-439B-9CD2-D85FA97C9AA8}" dt="2026-04-28T07:26:24.584" v="105" actId="20577"/>
          <ac:spMkLst>
            <pc:docMk/>
            <pc:sldMk cId="1670149468" sldId="256"/>
            <ac:spMk id="3" creationId="{E487F2F1-18B0-0A41-562D-9C1C86318D20}"/>
          </ac:spMkLst>
        </pc:spChg>
      </pc:sldChg>
      <pc:sldChg chg="modSp new mod">
        <pc:chgData name="Gunay Hummatova" userId="f0b53ec6-6471-4373-aaf4-026831224095" providerId="ADAL" clId="{797F71F8-1D57-439B-9CD2-D85FA97C9AA8}" dt="2026-04-28T07:44:37.420" v="1283" actId="20577"/>
        <pc:sldMkLst>
          <pc:docMk/>
          <pc:sldMk cId="3002322607" sldId="257"/>
        </pc:sldMkLst>
        <pc:spChg chg="mod">
          <ac:chgData name="Gunay Hummatova" userId="f0b53ec6-6471-4373-aaf4-026831224095" providerId="ADAL" clId="{797F71F8-1D57-439B-9CD2-D85FA97C9AA8}" dt="2026-04-28T07:40:49.263" v="859" actId="20577"/>
          <ac:spMkLst>
            <pc:docMk/>
            <pc:sldMk cId="3002322607" sldId="257"/>
            <ac:spMk id="2" creationId="{2D8E4D00-D848-94E4-9F33-FE80B7AD60DE}"/>
          </ac:spMkLst>
        </pc:spChg>
        <pc:spChg chg="mod">
          <ac:chgData name="Gunay Hummatova" userId="f0b53ec6-6471-4373-aaf4-026831224095" providerId="ADAL" clId="{797F71F8-1D57-439B-9CD2-D85FA97C9AA8}" dt="2026-04-28T07:44:37.420" v="1283" actId="20577"/>
          <ac:spMkLst>
            <pc:docMk/>
            <pc:sldMk cId="3002322607" sldId="257"/>
            <ac:spMk id="3" creationId="{643DE025-848B-3865-49D3-D4ED8A3AB2F3}"/>
          </ac:spMkLst>
        </pc:spChg>
      </pc:sldChg>
      <pc:sldChg chg="delSp modSp new mod">
        <pc:chgData name="Gunay Hummatova" userId="f0b53ec6-6471-4373-aaf4-026831224095" providerId="ADAL" clId="{797F71F8-1D57-439B-9CD2-D85FA97C9AA8}" dt="2026-04-28T07:44:54.653" v="1304" actId="478"/>
        <pc:sldMkLst>
          <pc:docMk/>
          <pc:sldMk cId="1525639145" sldId="258"/>
        </pc:sldMkLst>
        <pc:spChg chg="mod">
          <ac:chgData name="Gunay Hummatova" userId="f0b53ec6-6471-4373-aaf4-026831224095" providerId="ADAL" clId="{797F71F8-1D57-439B-9CD2-D85FA97C9AA8}" dt="2026-04-28T07:44:50.732" v="1303" actId="5793"/>
          <ac:spMkLst>
            <pc:docMk/>
            <pc:sldMk cId="1525639145" sldId="258"/>
            <ac:spMk id="2" creationId="{E313D9F9-3011-D5A6-3C71-DCB9C9846C69}"/>
          </ac:spMkLst>
        </pc:spChg>
        <pc:spChg chg="del">
          <ac:chgData name="Gunay Hummatova" userId="f0b53ec6-6471-4373-aaf4-026831224095" providerId="ADAL" clId="{797F71F8-1D57-439B-9CD2-D85FA97C9AA8}" dt="2026-04-28T07:44:54.653" v="1304" actId="478"/>
          <ac:spMkLst>
            <pc:docMk/>
            <pc:sldMk cId="1525639145" sldId="258"/>
            <ac:spMk id="3" creationId="{EBA36C72-E009-6AD8-F28A-8E991575E5F4}"/>
          </ac:spMkLst>
        </pc:spChg>
      </pc:sldChg>
      <pc:sldChg chg="addSp delSp modSp new mod modClrScheme chgLayout">
        <pc:chgData name="Gunay Hummatova" userId="f0b53ec6-6471-4373-aaf4-026831224095" providerId="ADAL" clId="{797F71F8-1D57-439B-9CD2-D85FA97C9AA8}" dt="2026-04-28T08:06:37.217" v="1851" actId="14100"/>
        <pc:sldMkLst>
          <pc:docMk/>
          <pc:sldMk cId="2815480344" sldId="259"/>
        </pc:sldMkLst>
        <pc:spChg chg="mod ord">
          <ac:chgData name="Gunay Hummatova" userId="f0b53ec6-6471-4373-aaf4-026831224095" providerId="ADAL" clId="{797F71F8-1D57-439B-9CD2-D85FA97C9AA8}" dt="2026-04-28T08:02:25.689" v="1684" actId="700"/>
          <ac:spMkLst>
            <pc:docMk/>
            <pc:sldMk cId="2815480344" sldId="259"/>
            <ac:spMk id="2" creationId="{A7471B24-D367-851F-9231-6B56646306D9}"/>
          </ac:spMkLst>
        </pc:spChg>
        <pc:spChg chg="mod ord">
          <ac:chgData name="Gunay Hummatova" userId="f0b53ec6-6471-4373-aaf4-026831224095" providerId="ADAL" clId="{797F71F8-1D57-439B-9CD2-D85FA97C9AA8}" dt="2026-04-28T08:06:37.217" v="1851" actId="14100"/>
          <ac:spMkLst>
            <pc:docMk/>
            <pc:sldMk cId="2815480344" sldId="259"/>
            <ac:spMk id="3" creationId="{462D9D15-05BD-9266-8022-E4FEB28E36ED}"/>
          </ac:spMkLst>
        </pc:spChg>
        <pc:spChg chg="add del mod ord">
          <ac:chgData name="Gunay Hummatova" userId="f0b53ec6-6471-4373-aaf4-026831224095" providerId="ADAL" clId="{797F71F8-1D57-439B-9CD2-D85FA97C9AA8}" dt="2026-04-28T08:06:31.468" v="1850" actId="478"/>
          <ac:spMkLst>
            <pc:docMk/>
            <pc:sldMk cId="2815480344" sldId="259"/>
            <ac:spMk id="4" creationId="{9F65D7D5-D153-67EF-5226-3B763B2985AC}"/>
          </ac:spMkLst>
        </pc:spChg>
      </pc:sldChg>
      <pc:sldChg chg="addSp delSp modSp new mod setBg modClrScheme setClrOvrMap chgLayout">
        <pc:chgData name="Gunay Hummatova" userId="f0b53ec6-6471-4373-aaf4-026831224095" providerId="ADAL" clId="{797F71F8-1D57-439B-9CD2-D85FA97C9AA8}" dt="2026-04-28T08:11:43.523" v="1860" actId="478"/>
        <pc:sldMkLst>
          <pc:docMk/>
          <pc:sldMk cId="2770019740" sldId="260"/>
        </pc:sldMkLst>
        <pc:spChg chg="del mod ord">
          <ac:chgData name="Gunay Hummatova" userId="f0b53ec6-6471-4373-aaf4-026831224095" providerId="ADAL" clId="{797F71F8-1D57-439B-9CD2-D85FA97C9AA8}" dt="2026-04-28T08:04:07.516" v="1832" actId="700"/>
          <ac:spMkLst>
            <pc:docMk/>
            <pc:sldMk cId="2770019740" sldId="260"/>
            <ac:spMk id="2" creationId="{5BCFC494-94F7-E6D6-194F-071BFC392DB4}"/>
          </ac:spMkLst>
        </pc:spChg>
        <pc:spChg chg="del mod ord">
          <ac:chgData name="Gunay Hummatova" userId="f0b53ec6-6471-4373-aaf4-026831224095" providerId="ADAL" clId="{797F71F8-1D57-439B-9CD2-D85FA97C9AA8}" dt="2026-04-28T08:04:07.516" v="1832" actId="700"/>
          <ac:spMkLst>
            <pc:docMk/>
            <pc:sldMk cId="2770019740" sldId="260"/>
            <ac:spMk id="3" creationId="{5203CBEF-D806-5870-820F-1AEC027A7736}"/>
          </ac:spMkLst>
        </pc:spChg>
        <pc:spChg chg="del">
          <ac:chgData name="Gunay Hummatova" userId="f0b53ec6-6471-4373-aaf4-026831224095" providerId="ADAL" clId="{797F71F8-1D57-439B-9CD2-D85FA97C9AA8}" dt="2026-04-28T08:04:07.516" v="1832" actId="700"/>
          <ac:spMkLst>
            <pc:docMk/>
            <pc:sldMk cId="2770019740" sldId="260"/>
            <ac:spMk id="4" creationId="{A0527B7A-1047-3284-A353-3B91C8873167}"/>
          </ac:spMkLst>
        </pc:spChg>
        <pc:spChg chg="add mod ord">
          <ac:chgData name="Gunay Hummatova" userId="f0b53ec6-6471-4373-aaf4-026831224095" providerId="ADAL" clId="{797F71F8-1D57-439B-9CD2-D85FA97C9AA8}" dt="2026-04-28T08:10:47.637" v="1855" actId="26606"/>
          <ac:spMkLst>
            <pc:docMk/>
            <pc:sldMk cId="2770019740" sldId="260"/>
            <ac:spMk id="5" creationId="{132F2290-EDB6-29F8-2669-AC00CC24D1A2}"/>
          </ac:spMkLst>
        </pc:spChg>
        <pc:spChg chg="add mod ord">
          <ac:chgData name="Gunay Hummatova" userId="f0b53ec6-6471-4373-aaf4-026831224095" providerId="ADAL" clId="{797F71F8-1D57-439B-9CD2-D85FA97C9AA8}" dt="2026-04-28T08:10:47.637" v="1855" actId="26606"/>
          <ac:spMkLst>
            <pc:docMk/>
            <pc:sldMk cId="2770019740" sldId="260"/>
            <ac:spMk id="6" creationId="{F8E1312C-C024-1683-F5DA-0BDFDCDA03A2}"/>
          </ac:spMkLst>
        </pc:spChg>
        <pc:spChg chg="add del mod">
          <ac:chgData name="Gunay Hummatova" userId="f0b53ec6-6471-4373-aaf4-026831224095" providerId="ADAL" clId="{797F71F8-1D57-439B-9CD2-D85FA97C9AA8}" dt="2026-04-28T08:11:43.523" v="1860" actId="478"/>
          <ac:spMkLst>
            <pc:docMk/>
            <pc:sldMk cId="2770019740" sldId="260"/>
            <ac:spMk id="8" creationId="{ECC7718F-75DD-7FD5-7425-614EB2D5888A}"/>
          </ac:spMkLst>
        </pc:spChg>
        <pc:spChg chg="add">
          <ac:chgData name="Gunay Hummatova" userId="f0b53ec6-6471-4373-aaf4-026831224095" providerId="ADAL" clId="{797F71F8-1D57-439B-9CD2-D85FA97C9AA8}" dt="2026-04-28T08:10:47.637" v="1855" actId="26606"/>
          <ac:spMkLst>
            <pc:docMk/>
            <pc:sldMk cId="2770019740" sldId="260"/>
            <ac:spMk id="1031" creationId="{E9751CB9-7B25-4EB8-9A6F-82F822549F12}"/>
          </ac:spMkLst>
        </pc:spChg>
        <pc:spChg chg="add">
          <ac:chgData name="Gunay Hummatova" userId="f0b53ec6-6471-4373-aaf4-026831224095" providerId="ADAL" clId="{797F71F8-1D57-439B-9CD2-D85FA97C9AA8}" dt="2026-04-28T08:10:47.637" v="1855" actId="26606"/>
          <ac:spMkLst>
            <pc:docMk/>
            <pc:sldMk cId="2770019740" sldId="260"/>
            <ac:spMk id="1033" creationId="{E1317383-CF3B-4B02-9512-BECBEF6362A4}"/>
          </ac:spMkLst>
        </pc:spChg>
        <pc:spChg chg="add">
          <ac:chgData name="Gunay Hummatova" userId="f0b53ec6-6471-4373-aaf4-026831224095" providerId="ADAL" clId="{797F71F8-1D57-439B-9CD2-D85FA97C9AA8}" dt="2026-04-28T08:10:47.637" v="1855" actId="26606"/>
          <ac:spMkLst>
            <pc:docMk/>
            <pc:sldMk cId="2770019740" sldId="260"/>
            <ac:spMk id="1035" creationId="{B1D4C7A0-6DF2-4F2D-A45D-F111582974C7}"/>
          </ac:spMkLst>
        </pc:spChg>
        <pc:spChg chg="add">
          <ac:chgData name="Gunay Hummatova" userId="f0b53ec6-6471-4373-aaf4-026831224095" providerId="ADAL" clId="{797F71F8-1D57-439B-9CD2-D85FA97C9AA8}" dt="2026-04-28T08:10:47.637" v="1855" actId="26606"/>
          <ac:spMkLst>
            <pc:docMk/>
            <pc:sldMk cId="2770019740" sldId="260"/>
            <ac:spMk id="1037" creationId="{DBF3943D-BCB6-4B31-809D-A005686483B4}"/>
          </ac:spMkLst>
        </pc:spChg>
        <pc:spChg chg="add">
          <ac:chgData name="Gunay Hummatova" userId="f0b53ec6-6471-4373-aaf4-026831224095" providerId="ADAL" clId="{797F71F8-1D57-439B-9CD2-D85FA97C9AA8}" dt="2026-04-28T08:10:47.637" v="1855" actId="26606"/>
          <ac:spMkLst>
            <pc:docMk/>
            <pc:sldMk cId="2770019740" sldId="260"/>
            <ac:spMk id="1039" creationId="{39373A6F-2E1F-4613-8E1D-D68057D29F31}"/>
          </ac:spMkLst>
        </pc:spChg>
        <pc:picChg chg="add mod">
          <ac:chgData name="Gunay Hummatova" userId="f0b53ec6-6471-4373-aaf4-026831224095" providerId="ADAL" clId="{797F71F8-1D57-439B-9CD2-D85FA97C9AA8}" dt="2026-04-28T08:10:47.637" v="1855" actId="26606"/>
          <ac:picMkLst>
            <pc:docMk/>
            <pc:sldMk cId="2770019740" sldId="260"/>
            <ac:picMk id="1026" creationId="{1FC42C9B-02D6-CE2B-166E-5CA74246FEF4}"/>
          </ac:picMkLst>
        </pc:picChg>
      </pc:sldChg>
      <pc:sldChg chg="modSp new mod">
        <pc:chgData name="Gunay Hummatova" userId="f0b53ec6-6471-4373-aaf4-026831224095" providerId="ADAL" clId="{797F71F8-1D57-439B-9CD2-D85FA97C9AA8}" dt="2026-04-28T08:19:01.023" v="2697" actId="20577"/>
        <pc:sldMkLst>
          <pc:docMk/>
          <pc:sldMk cId="3730564266" sldId="261"/>
        </pc:sldMkLst>
        <pc:spChg chg="mod">
          <ac:chgData name="Gunay Hummatova" userId="f0b53ec6-6471-4373-aaf4-026831224095" providerId="ADAL" clId="{797F71F8-1D57-439B-9CD2-D85FA97C9AA8}" dt="2026-04-28T08:12:36.814" v="1881" actId="20577"/>
          <ac:spMkLst>
            <pc:docMk/>
            <pc:sldMk cId="3730564266" sldId="261"/>
            <ac:spMk id="2" creationId="{B92E2A87-FE09-B0BD-A7FD-889823B747C6}"/>
          </ac:spMkLst>
        </pc:spChg>
        <pc:spChg chg="mod">
          <ac:chgData name="Gunay Hummatova" userId="f0b53ec6-6471-4373-aaf4-026831224095" providerId="ADAL" clId="{797F71F8-1D57-439B-9CD2-D85FA97C9AA8}" dt="2026-04-28T08:19:01.023" v="2697" actId="20577"/>
          <ac:spMkLst>
            <pc:docMk/>
            <pc:sldMk cId="3730564266" sldId="261"/>
            <ac:spMk id="3" creationId="{CD274ED6-4A58-CE80-89D7-D7A1EE7E3CB3}"/>
          </ac:spMkLst>
        </pc:spChg>
      </pc:sldChg>
      <pc:sldChg chg="delSp modSp new mod">
        <pc:chgData name="Gunay Hummatova" userId="f0b53ec6-6471-4373-aaf4-026831224095" providerId="ADAL" clId="{797F71F8-1D57-439B-9CD2-D85FA97C9AA8}" dt="2026-04-28T08:19:39.808" v="2707" actId="478"/>
        <pc:sldMkLst>
          <pc:docMk/>
          <pc:sldMk cId="1682613437" sldId="262"/>
        </pc:sldMkLst>
        <pc:spChg chg="mod">
          <ac:chgData name="Gunay Hummatova" userId="f0b53ec6-6471-4373-aaf4-026831224095" providerId="ADAL" clId="{797F71F8-1D57-439B-9CD2-D85FA97C9AA8}" dt="2026-04-28T08:19:36.812" v="2706" actId="20577"/>
          <ac:spMkLst>
            <pc:docMk/>
            <pc:sldMk cId="1682613437" sldId="262"/>
            <ac:spMk id="2" creationId="{CF316B00-BB58-98FD-DAA8-8D504CB9F842}"/>
          </ac:spMkLst>
        </pc:spChg>
        <pc:spChg chg="del">
          <ac:chgData name="Gunay Hummatova" userId="f0b53ec6-6471-4373-aaf4-026831224095" providerId="ADAL" clId="{797F71F8-1D57-439B-9CD2-D85FA97C9AA8}" dt="2026-04-28T08:19:39.808" v="2707" actId="478"/>
          <ac:spMkLst>
            <pc:docMk/>
            <pc:sldMk cId="1682613437" sldId="262"/>
            <ac:spMk id="3" creationId="{B1F22379-5B59-7F5D-7D04-ED7219C992D3}"/>
          </ac:spMkLst>
        </pc:spChg>
      </pc:sldChg>
      <pc:sldChg chg="addSp modSp new mod setBg setClrOvrMap">
        <pc:chgData name="Gunay Hummatova" userId="f0b53ec6-6471-4373-aaf4-026831224095" providerId="ADAL" clId="{797F71F8-1D57-439B-9CD2-D85FA97C9AA8}" dt="2026-04-28T09:07:56.829" v="3424" actId="1076"/>
        <pc:sldMkLst>
          <pc:docMk/>
          <pc:sldMk cId="374989013" sldId="263"/>
        </pc:sldMkLst>
        <pc:spChg chg="mod">
          <ac:chgData name="Gunay Hummatova" userId="f0b53ec6-6471-4373-aaf4-026831224095" providerId="ADAL" clId="{797F71F8-1D57-439B-9CD2-D85FA97C9AA8}" dt="2026-04-28T09:07:56.829" v="3424" actId="1076"/>
          <ac:spMkLst>
            <pc:docMk/>
            <pc:sldMk cId="374989013" sldId="263"/>
            <ac:spMk id="2" creationId="{D388CE6F-31A8-AE0F-4D35-E0E464D84C93}"/>
          </ac:spMkLst>
        </pc:spChg>
        <pc:spChg chg="mod">
          <ac:chgData name="Gunay Hummatova" userId="f0b53ec6-6471-4373-aaf4-026831224095" providerId="ADAL" clId="{797F71F8-1D57-439B-9CD2-D85FA97C9AA8}" dt="2026-04-28T09:07:45.568" v="3420" actId="20577"/>
          <ac:spMkLst>
            <pc:docMk/>
            <pc:sldMk cId="374989013" sldId="263"/>
            <ac:spMk id="3" creationId="{9AB13AAF-57E7-4A2B-7D5C-5E79226197F8}"/>
          </ac:spMkLst>
        </pc:spChg>
        <pc:spChg chg="add">
          <ac:chgData name="Gunay Hummatova" userId="f0b53ec6-6471-4373-aaf4-026831224095" providerId="ADAL" clId="{797F71F8-1D57-439B-9CD2-D85FA97C9AA8}" dt="2026-04-28T09:04:17.186" v="3091" actId="26606"/>
          <ac:spMkLst>
            <pc:docMk/>
            <pc:sldMk cId="374989013" sldId="263"/>
            <ac:spMk id="3079" creationId="{E9751CB9-7B25-4EB8-9A6F-82F822549F12}"/>
          </ac:spMkLst>
        </pc:spChg>
        <pc:spChg chg="add">
          <ac:chgData name="Gunay Hummatova" userId="f0b53ec6-6471-4373-aaf4-026831224095" providerId="ADAL" clId="{797F71F8-1D57-439B-9CD2-D85FA97C9AA8}" dt="2026-04-28T09:04:17.186" v="3091" actId="26606"/>
          <ac:spMkLst>
            <pc:docMk/>
            <pc:sldMk cId="374989013" sldId="263"/>
            <ac:spMk id="3081" creationId="{E1317383-CF3B-4B02-9512-BECBEF6362A4}"/>
          </ac:spMkLst>
        </pc:spChg>
        <pc:spChg chg="add">
          <ac:chgData name="Gunay Hummatova" userId="f0b53ec6-6471-4373-aaf4-026831224095" providerId="ADAL" clId="{797F71F8-1D57-439B-9CD2-D85FA97C9AA8}" dt="2026-04-28T09:04:17.186" v="3091" actId="26606"/>
          <ac:spMkLst>
            <pc:docMk/>
            <pc:sldMk cId="374989013" sldId="263"/>
            <ac:spMk id="3083" creationId="{B1D4C7A0-6DF2-4F2D-A45D-F111582974C7}"/>
          </ac:spMkLst>
        </pc:spChg>
        <pc:spChg chg="add">
          <ac:chgData name="Gunay Hummatova" userId="f0b53ec6-6471-4373-aaf4-026831224095" providerId="ADAL" clId="{797F71F8-1D57-439B-9CD2-D85FA97C9AA8}" dt="2026-04-28T09:04:17.186" v="3091" actId="26606"/>
          <ac:spMkLst>
            <pc:docMk/>
            <pc:sldMk cId="374989013" sldId="263"/>
            <ac:spMk id="3085" creationId="{DBF3943D-BCB6-4B31-809D-A005686483B4}"/>
          </ac:spMkLst>
        </pc:spChg>
        <pc:spChg chg="add">
          <ac:chgData name="Gunay Hummatova" userId="f0b53ec6-6471-4373-aaf4-026831224095" providerId="ADAL" clId="{797F71F8-1D57-439B-9CD2-D85FA97C9AA8}" dt="2026-04-28T09:04:17.186" v="3091" actId="26606"/>
          <ac:spMkLst>
            <pc:docMk/>
            <pc:sldMk cId="374989013" sldId="263"/>
            <ac:spMk id="3087" creationId="{39373A6F-2E1F-4613-8E1D-D68057D29F31}"/>
          </ac:spMkLst>
        </pc:spChg>
        <pc:picChg chg="add mod">
          <ac:chgData name="Gunay Hummatova" userId="f0b53ec6-6471-4373-aaf4-026831224095" providerId="ADAL" clId="{797F71F8-1D57-439B-9CD2-D85FA97C9AA8}" dt="2026-04-28T09:04:17.186" v="3091" actId="26606"/>
          <ac:picMkLst>
            <pc:docMk/>
            <pc:sldMk cId="374989013" sldId="263"/>
            <ac:picMk id="3074" creationId="{1DDABC92-8A62-3C37-8407-96C244218C23}"/>
          </ac:picMkLst>
        </pc:picChg>
      </pc:sldChg>
      <pc:sldChg chg="addSp delSp modSp new mod setBg setClrOvrMap">
        <pc:chgData name="Gunay Hummatova" userId="f0b53ec6-6471-4373-aaf4-026831224095" providerId="ADAL" clId="{797F71F8-1D57-439B-9CD2-D85FA97C9AA8}" dt="2026-04-28T08:54:38.605" v="2946" actId="20577"/>
        <pc:sldMkLst>
          <pc:docMk/>
          <pc:sldMk cId="18023987" sldId="264"/>
        </pc:sldMkLst>
        <pc:spChg chg="mod">
          <ac:chgData name="Gunay Hummatova" userId="f0b53ec6-6471-4373-aaf4-026831224095" providerId="ADAL" clId="{797F71F8-1D57-439B-9CD2-D85FA97C9AA8}" dt="2026-04-28T08:36:28.297" v="2932" actId="26606"/>
          <ac:spMkLst>
            <pc:docMk/>
            <pc:sldMk cId="18023987" sldId="264"/>
            <ac:spMk id="2" creationId="{77B07D62-AEBB-FC76-7DE7-60A9D3850C3A}"/>
          </ac:spMkLst>
        </pc:spChg>
        <pc:spChg chg="mod">
          <ac:chgData name="Gunay Hummatova" userId="f0b53ec6-6471-4373-aaf4-026831224095" providerId="ADAL" clId="{797F71F8-1D57-439B-9CD2-D85FA97C9AA8}" dt="2026-04-28T08:54:38.605" v="2946" actId="20577"/>
          <ac:spMkLst>
            <pc:docMk/>
            <pc:sldMk cId="18023987" sldId="264"/>
            <ac:spMk id="3" creationId="{FADFE9D1-54CD-D8F0-3B80-501016EC2C99}"/>
          </ac:spMkLst>
        </pc:spChg>
        <pc:spChg chg="add del mod">
          <ac:chgData name="Gunay Hummatova" userId="f0b53ec6-6471-4373-aaf4-026831224095" providerId="ADAL" clId="{797F71F8-1D57-439B-9CD2-D85FA97C9AA8}" dt="2026-04-28T08:36:19.780" v="2926" actId="478"/>
          <ac:spMkLst>
            <pc:docMk/>
            <pc:sldMk cId="18023987" sldId="264"/>
            <ac:spMk id="4" creationId="{A64162D6-82DC-F390-BE32-C960452D6A60}"/>
          </ac:spMkLst>
        </pc:spChg>
        <pc:spChg chg="add">
          <ac:chgData name="Gunay Hummatova" userId="f0b53ec6-6471-4373-aaf4-026831224095" providerId="ADAL" clId="{797F71F8-1D57-439B-9CD2-D85FA97C9AA8}" dt="2026-04-28T08:36:28.297" v="2932" actId="26606"/>
          <ac:spMkLst>
            <pc:docMk/>
            <pc:sldMk cId="18023987" sldId="264"/>
            <ac:spMk id="2055" creationId="{E9751CB9-7B25-4EB8-9A6F-82F822549F12}"/>
          </ac:spMkLst>
        </pc:spChg>
        <pc:spChg chg="add">
          <ac:chgData name="Gunay Hummatova" userId="f0b53ec6-6471-4373-aaf4-026831224095" providerId="ADAL" clId="{797F71F8-1D57-439B-9CD2-D85FA97C9AA8}" dt="2026-04-28T08:36:28.297" v="2932" actId="26606"/>
          <ac:spMkLst>
            <pc:docMk/>
            <pc:sldMk cId="18023987" sldId="264"/>
            <ac:spMk id="2057" creationId="{E1317383-CF3B-4B02-9512-BECBEF6362A4}"/>
          </ac:spMkLst>
        </pc:spChg>
        <pc:spChg chg="add">
          <ac:chgData name="Gunay Hummatova" userId="f0b53ec6-6471-4373-aaf4-026831224095" providerId="ADAL" clId="{797F71F8-1D57-439B-9CD2-D85FA97C9AA8}" dt="2026-04-28T08:36:28.297" v="2932" actId="26606"/>
          <ac:spMkLst>
            <pc:docMk/>
            <pc:sldMk cId="18023987" sldId="264"/>
            <ac:spMk id="2059" creationId="{B1D4C7A0-6DF2-4F2D-A45D-F111582974C7}"/>
          </ac:spMkLst>
        </pc:spChg>
        <pc:spChg chg="add">
          <ac:chgData name="Gunay Hummatova" userId="f0b53ec6-6471-4373-aaf4-026831224095" providerId="ADAL" clId="{797F71F8-1D57-439B-9CD2-D85FA97C9AA8}" dt="2026-04-28T08:36:28.297" v="2932" actId="26606"/>
          <ac:spMkLst>
            <pc:docMk/>
            <pc:sldMk cId="18023987" sldId="264"/>
            <ac:spMk id="2061" creationId="{DBF3943D-BCB6-4B31-809D-A005686483B4}"/>
          </ac:spMkLst>
        </pc:spChg>
        <pc:spChg chg="add">
          <ac:chgData name="Gunay Hummatova" userId="f0b53ec6-6471-4373-aaf4-026831224095" providerId="ADAL" clId="{797F71F8-1D57-439B-9CD2-D85FA97C9AA8}" dt="2026-04-28T08:36:28.297" v="2932" actId="26606"/>
          <ac:spMkLst>
            <pc:docMk/>
            <pc:sldMk cId="18023987" sldId="264"/>
            <ac:spMk id="2063" creationId="{39373A6F-2E1F-4613-8E1D-D68057D29F31}"/>
          </ac:spMkLst>
        </pc:spChg>
        <pc:picChg chg="add mod">
          <ac:chgData name="Gunay Hummatova" userId="f0b53ec6-6471-4373-aaf4-026831224095" providerId="ADAL" clId="{797F71F8-1D57-439B-9CD2-D85FA97C9AA8}" dt="2026-04-28T08:36:28.297" v="2932" actId="26606"/>
          <ac:picMkLst>
            <pc:docMk/>
            <pc:sldMk cId="18023987" sldId="264"/>
            <ac:picMk id="2050" creationId="{C359B154-78B0-952C-0F42-F146EF84279A}"/>
          </ac:picMkLst>
        </pc:picChg>
      </pc:sldChg>
      <pc:sldChg chg="modSp new mod">
        <pc:chgData name="Gunay Hummatova" userId="f0b53ec6-6471-4373-aaf4-026831224095" providerId="ADAL" clId="{797F71F8-1D57-439B-9CD2-D85FA97C9AA8}" dt="2026-04-28T08:59:02.391" v="3010" actId="20577"/>
        <pc:sldMkLst>
          <pc:docMk/>
          <pc:sldMk cId="4108590016" sldId="265"/>
        </pc:sldMkLst>
        <pc:spChg chg="mod">
          <ac:chgData name="Gunay Hummatova" userId="f0b53ec6-6471-4373-aaf4-026831224095" providerId="ADAL" clId="{797F71F8-1D57-439B-9CD2-D85FA97C9AA8}" dt="2026-04-28T08:58:03.312" v="2995" actId="20577"/>
          <ac:spMkLst>
            <pc:docMk/>
            <pc:sldMk cId="4108590016" sldId="265"/>
            <ac:spMk id="2" creationId="{37FBA096-5024-C764-BB2C-A86CF7BC6EFE}"/>
          </ac:spMkLst>
        </pc:spChg>
        <pc:spChg chg="mod">
          <ac:chgData name="Gunay Hummatova" userId="f0b53ec6-6471-4373-aaf4-026831224095" providerId="ADAL" clId="{797F71F8-1D57-439B-9CD2-D85FA97C9AA8}" dt="2026-04-28T08:59:02.391" v="3010" actId="20577"/>
          <ac:spMkLst>
            <pc:docMk/>
            <pc:sldMk cId="4108590016" sldId="265"/>
            <ac:spMk id="3" creationId="{44049368-D980-F223-7B43-E41EF5CE6999}"/>
          </ac:spMkLst>
        </pc:spChg>
      </pc:sldChg>
      <pc:sldChg chg="new">
        <pc:chgData name="Gunay Hummatova" userId="f0b53ec6-6471-4373-aaf4-026831224095" providerId="ADAL" clId="{797F71F8-1D57-439B-9CD2-D85FA97C9AA8}" dt="2026-04-28T09:08:09.625" v="3425" actId="680"/>
        <pc:sldMkLst>
          <pc:docMk/>
          <pc:sldMk cId="857587113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3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2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67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41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26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9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33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86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07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19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45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7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ghummatova@khazar.or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5kIdtMJGc8?si=_6n2CnhDlE_hMJqc" TargetMode="External"/><Relationship Id="rId2" Type="http://schemas.openxmlformats.org/officeDocument/2006/relationships/hyperlink" Target="https://youtu.be/oBklltKXtDE?si=mP23DQWjxy3UidJ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youtu.be/JoFW2uSd3Uo?si=fiiMLRP0TO6y1MbO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condtalent.com/resources/ai-engineer-vs-ml-engineer-vs-data-scientis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3D9FC-9F11-6C6E-45D2-F097142CE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C13BAB-7C00-4D21-A857-E3D41C0A2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4797" y="1661699"/>
            <a:ext cx="3703320" cy="94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1FF39A-AC3C-4066-9D4C-519AA2281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5983" y="1812471"/>
            <a:ext cx="3702134" cy="3383831"/>
          </a:xfrm>
          <a:prstGeom prst="rect">
            <a:avLst/>
          </a:prstGeom>
          <a:solidFill>
            <a:schemeClr val="bg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D48C5B-7715-52DC-360F-63781E40F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9065" y="2324906"/>
            <a:ext cx="3403426" cy="15886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Introduction to machine learning and first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7F2F1-18B0-0A41-562D-9C1C86318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9065" y="3945249"/>
            <a:ext cx="3403426" cy="738820"/>
          </a:xfrm>
        </p:spPr>
        <p:txBody>
          <a:bodyPr>
            <a:normAutofit/>
          </a:bodyPr>
          <a:lstStyle/>
          <a:p>
            <a:r>
              <a:rPr lang="en-US" dirty="0"/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67014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4D00-D848-94E4-9F33-FE80B7AD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Ümumi məlumat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DE025-848B-3865-49D3-D4ED8A3AB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983736"/>
          </a:xfrm>
        </p:spPr>
        <p:txBody>
          <a:bodyPr>
            <a:normAutofit/>
          </a:bodyPr>
          <a:lstStyle/>
          <a:p>
            <a:r>
              <a:rPr lang="az-Latn-AZ" dirty="0"/>
              <a:t>Hər həftənin çərşənbə günü, saat 14:00-16:00 təşkil olunacaq.</a:t>
            </a:r>
          </a:p>
          <a:p>
            <a:r>
              <a:rPr lang="az-Latn-AZ" dirty="0"/>
              <a:t>Hər dərsin strukturu təxminən eyni olacaq, öncə nəzəri məlumat, sonra praktiki tətbiq paralel olaraq sizə tapşırıqlar yönləndiriləcək. </a:t>
            </a:r>
          </a:p>
          <a:p>
            <a:r>
              <a:rPr lang="az-Latn-AZ" dirty="0"/>
              <a:t>Ev tapşırıqlarını github hesabınıza yükləməyiniz və ya Teams qrupuna göndərməyiniz lazımdır.</a:t>
            </a:r>
          </a:p>
          <a:p>
            <a:r>
              <a:rPr lang="az-Latn-AZ" dirty="0"/>
              <a:t>Sertifikat, final layihəsi, qiymətləndirmə və digər motivasiya amilləri universitet tərəfindən qısa zamanda qərar verilərək sizinlə paylaşılacaq</a:t>
            </a:r>
          </a:p>
          <a:p>
            <a:r>
              <a:rPr lang="az-Latn-AZ" dirty="0"/>
              <a:t>Əsas məqsədiniz hər zaman öyrənmək olmalıdır.</a:t>
            </a:r>
            <a:endParaRPr lang="en-US" dirty="0"/>
          </a:p>
          <a:p>
            <a:r>
              <a:rPr lang="en-US" dirty="0"/>
              <a:t>D</a:t>
            </a:r>
            <a:r>
              <a:rPr lang="az-Latn-AZ" dirty="0"/>
              <a:t>ərs materiallarını həm mənim github hesabımda, həm də Teams-</a:t>
            </a:r>
            <a:r>
              <a:rPr lang="en-US" dirty="0"/>
              <a:t>&gt;</a:t>
            </a:r>
            <a:r>
              <a:rPr lang="az-Latn-AZ" dirty="0"/>
              <a:t>class materials hissəsində tapa bilərsiniz</a:t>
            </a:r>
          </a:p>
          <a:p>
            <a:r>
              <a:rPr lang="az-Latn-AZ" dirty="0"/>
              <a:t>Suallarınız yaranarsa Teams, </a:t>
            </a:r>
            <a:r>
              <a:rPr lang="en-US" dirty="0" err="1"/>
              <a:t>Whatsapp</a:t>
            </a:r>
            <a:r>
              <a:rPr lang="en-US" dirty="0"/>
              <a:t> </a:t>
            </a:r>
            <a:r>
              <a:rPr lang="en-US" dirty="0" err="1"/>
              <a:t>qruplar</a:t>
            </a:r>
            <a:r>
              <a:rPr lang="az-Latn-AZ" dirty="0"/>
              <a:t>ına, digərlərinin bilməyini istəmədiyniz məsələdirsə mənim e-poçtuma yaza bilərsiniz: </a:t>
            </a:r>
            <a:r>
              <a:rPr lang="az-Latn-AZ" dirty="0">
                <a:hlinkClick r:id="rId2"/>
              </a:rPr>
              <a:t>ghummatova</a:t>
            </a:r>
            <a:r>
              <a:rPr lang="en-US" dirty="0">
                <a:hlinkClick r:id="rId2"/>
              </a:rPr>
              <a:t>@khazar.org</a:t>
            </a:r>
            <a:endParaRPr lang="az-Latn-A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32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3D9F9-3011-D5A6-3C71-DCB9C984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Sizlə tanış olaq</a:t>
            </a:r>
            <a:r>
              <a:rPr lang="az-Latn-AZ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63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1B24-D367-851F-9231-6B566463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Seminar</a:t>
            </a:r>
            <a:r>
              <a:rPr lang="az-Latn-AZ" dirty="0"/>
              <a:t>dan Gözləntilər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D9D15-05BD-9266-8022-E4FEB28E3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7665340" cy="3633047"/>
          </a:xfrm>
        </p:spPr>
        <p:txBody>
          <a:bodyPr/>
          <a:lstStyle/>
          <a:p>
            <a:r>
              <a:rPr lang="en-US" dirty="0"/>
              <a:t>Machine Learning-</a:t>
            </a:r>
            <a:r>
              <a:rPr lang="en-US" dirty="0" err="1"/>
              <a:t>i</a:t>
            </a:r>
            <a:r>
              <a:rPr lang="en-US" dirty="0"/>
              <a:t> "</a:t>
            </a:r>
            <a:r>
              <a:rPr lang="en-US" dirty="0" err="1"/>
              <a:t>qara</a:t>
            </a:r>
            <a:r>
              <a:rPr lang="en-US" dirty="0"/>
              <a:t> </a:t>
            </a:r>
            <a:r>
              <a:rPr lang="en-US" dirty="0" err="1"/>
              <a:t>qutu</a:t>
            </a:r>
            <a:r>
              <a:rPr lang="en-US" dirty="0"/>
              <a:t>" </a:t>
            </a:r>
            <a:r>
              <a:rPr lang="en-US" dirty="0" err="1"/>
              <a:t>kimi</a:t>
            </a:r>
            <a:r>
              <a:rPr lang="en-US" dirty="0"/>
              <a:t> </a:t>
            </a:r>
            <a:r>
              <a:rPr lang="en-US" dirty="0" err="1"/>
              <a:t>yox</a:t>
            </a:r>
            <a:r>
              <a:rPr lang="en-US" dirty="0"/>
              <a:t>,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düşərək</a:t>
            </a:r>
            <a:r>
              <a:rPr lang="en-US" dirty="0"/>
              <a:t> </a:t>
            </a:r>
            <a:r>
              <a:rPr lang="en-US" dirty="0" err="1"/>
              <a:t>tətbiq</a:t>
            </a:r>
            <a:r>
              <a:rPr lang="en-US" dirty="0"/>
              <a:t> </a:t>
            </a:r>
            <a:r>
              <a:rPr lang="en-US" dirty="0" err="1"/>
              <a:t>etməyi</a:t>
            </a:r>
            <a:r>
              <a:rPr lang="en-US" dirty="0"/>
              <a:t> </a:t>
            </a:r>
            <a:r>
              <a:rPr lang="en-US" dirty="0" err="1"/>
              <a:t>öyrənmək</a:t>
            </a:r>
            <a:r>
              <a:rPr lang="en-US" dirty="0"/>
              <a:t>.</a:t>
            </a:r>
            <a:endParaRPr lang="az-Latn-AZ" dirty="0"/>
          </a:p>
          <a:p>
            <a:r>
              <a:rPr lang="az-Latn-AZ" dirty="0"/>
              <a:t>Real Data üzərində EDA addımlarını atmaq</a:t>
            </a:r>
          </a:p>
          <a:p>
            <a:r>
              <a:rPr lang="az-Latn-AZ" dirty="0"/>
              <a:t>Supervised və Unsupervised learning alqoritmlərini tətbiq edə və nəticələrini izah edə bilmək</a:t>
            </a:r>
          </a:p>
          <a:p>
            <a:r>
              <a:rPr lang="en-US" dirty="0"/>
              <a:t>Deep Learning, NLP </a:t>
            </a:r>
            <a:r>
              <a:rPr lang="en-US" dirty="0" err="1"/>
              <a:t>və</a:t>
            </a:r>
            <a:r>
              <a:rPr lang="en-US" dirty="0"/>
              <a:t> Computer Vision </a:t>
            </a:r>
            <a:r>
              <a:rPr lang="en-US" dirty="0" err="1"/>
              <a:t>sahələrini</a:t>
            </a:r>
            <a:r>
              <a:rPr lang="en-US" dirty="0"/>
              <a:t> </a:t>
            </a:r>
            <a:r>
              <a:rPr lang="en-US" dirty="0" err="1"/>
              <a:t>başlanğıc</a:t>
            </a:r>
            <a:r>
              <a:rPr lang="en-US" dirty="0"/>
              <a:t> </a:t>
            </a:r>
            <a:r>
              <a:rPr lang="en-US" dirty="0" err="1"/>
              <a:t>səviyyədə</a:t>
            </a:r>
            <a:r>
              <a:rPr lang="en-US" dirty="0"/>
              <a:t>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dü</a:t>
            </a:r>
            <a:r>
              <a:rPr lang="az-Latn-AZ" dirty="0"/>
              <a:t>şmək</a:t>
            </a:r>
          </a:p>
          <a:p>
            <a:r>
              <a:rPr lang="az-Latn-AZ" dirty="0"/>
              <a:t>Riyaziyyat və proqramlaşdırmanın necə birləşdiyini başa düşmək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8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2F2290-EDB6-29F8-2669-AC00CC24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az-Latn-AZ">
                <a:solidFill>
                  <a:srgbClr val="FFFFFF"/>
                </a:solidFill>
              </a:rPr>
              <a:t>Roadmap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E1312C-C024-1683-F5DA-0BDFDCDA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1. Data il</a:t>
            </a:r>
            <a:r>
              <a:rPr lang="az-Latn-AZ">
                <a:solidFill>
                  <a:srgbClr val="FFFFFF"/>
                </a:solidFill>
              </a:rPr>
              <a:t>ə tanışlıq</a:t>
            </a:r>
          </a:p>
          <a:p>
            <a:r>
              <a:rPr lang="az-Latn-AZ">
                <a:solidFill>
                  <a:srgbClr val="FFFFFF"/>
                </a:solidFill>
              </a:rPr>
              <a:t>2. Supervised Learning</a:t>
            </a:r>
          </a:p>
          <a:p>
            <a:r>
              <a:rPr lang="az-Latn-AZ">
                <a:solidFill>
                  <a:srgbClr val="FFFFFF"/>
                </a:solidFill>
              </a:rPr>
              <a:t>3. Unsupervised Learning</a:t>
            </a:r>
          </a:p>
          <a:p>
            <a:r>
              <a:rPr lang="az-Latn-AZ">
                <a:solidFill>
                  <a:srgbClr val="FFFFFF"/>
                </a:solidFill>
              </a:rPr>
              <a:t>4. Deep Learning-ə giriş</a:t>
            </a:r>
          </a:p>
          <a:p>
            <a:r>
              <a:rPr lang="az-Latn-AZ">
                <a:solidFill>
                  <a:srgbClr val="FFFFFF"/>
                </a:solidFill>
              </a:rPr>
              <a:t>5. NLP və Computer Vision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1026" name="Picture 2" descr="ML Roadmap to Success_122423A">
            <a:extLst>
              <a:ext uri="{FF2B5EF4-FFF2-40B4-BE49-F238E27FC236}">
                <a16:creationId xmlns:a16="http://schemas.microsoft.com/office/drawing/2014/main" id="{1FC42C9B-02D6-CE2B-166E-5CA74246F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4248" y="936141"/>
            <a:ext cx="4707468" cy="496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019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2A87-FE09-B0BD-A7FD-889823B7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Texniki tələblər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74ED6-4A58-CE80-89D7-D7A1EE7E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z-Latn-AZ" dirty="0"/>
              <a:t>Laboratoriyadakı komputerlər lazım olan soft</a:t>
            </a:r>
            <a:r>
              <a:rPr lang="en-US" dirty="0"/>
              <a:t>ware v</a:t>
            </a:r>
            <a:r>
              <a:rPr lang="az-Latn-AZ" dirty="0"/>
              <a:t>ə hard</a:t>
            </a:r>
            <a:r>
              <a:rPr lang="en-US" dirty="0"/>
              <a:t>ware il</a:t>
            </a:r>
            <a:r>
              <a:rPr lang="az-Latn-AZ" dirty="0"/>
              <a:t>ə təmin olunub. </a:t>
            </a:r>
          </a:p>
          <a:p>
            <a:r>
              <a:rPr lang="az-Latn-AZ" dirty="0"/>
              <a:t>Heç bir kitabxananı install/uninstall etməməyiniz xahiş olunur.</a:t>
            </a:r>
          </a:p>
          <a:p>
            <a:r>
              <a:rPr lang="az-Latn-AZ" dirty="0"/>
              <a:t>Komputerlərdən məsuliyyətlə istifadə etməyiniz tələb olunur.</a:t>
            </a:r>
          </a:p>
          <a:p>
            <a:r>
              <a:rPr lang="az-Latn-AZ" dirty="0"/>
              <a:t>Əgər öz laptoplarınızla da işləyəcəksinizsə soft</a:t>
            </a:r>
            <a:r>
              <a:rPr lang="en-US" dirty="0"/>
              <a:t>ware </a:t>
            </a:r>
            <a:r>
              <a:rPr lang="az-Latn-AZ" dirty="0"/>
              <a:t>ilə bağlı suallarınızı Google və ya mənə yönləndirə bilərsiniz.</a:t>
            </a:r>
          </a:p>
          <a:p>
            <a:r>
              <a:rPr lang="az-Latn-AZ" dirty="0"/>
              <a:t>Lazım olacaq bir çox kitabxananı terminalda </a:t>
            </a:r>
            <a:r>
              <a:rPr lang="az-Latn-AZ" b="1" dirty="0"/>
              <a:t>pip install (kitabxana adı) </a:t>
            </a:r>
            <a:r>
              <a:rPr lang="az-Latn-AZ" dirty="0"/>
              <a:t>yazaraq yükləyə bilərsiniz. Məsələn, pip install pandas</a:t>
            </a:r>
            <a:endParaRPr lang="az-Latn-AZ" b="1" dirty="0"/>
          </a:p>
        </p:txBody>
      </p:sp>
    </p:spTree>
    <p:extLst>
      <p:ext uri="{BB962C8B-B14F-4D97-AF65-F5344CB8AC3E}">
        <p14:creationId xmlns:p14="http://schemas.microsoft.com/office/powerpoint/2010/main" val="3730564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07D62-AEBB-FC76-7DE7-60A9D385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az-Latn-AZ">
                <a:solidFill>
                  <a:srgbClr val="FFFFFF"/>
                </a:solidFill>
              </a:rPr>
              <a:t>Machine learning nədir?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E9D1-54CD-D8F0-3B80-501016EC2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4875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z-Latn-AZ" dirty="0">
                <a:solidFill>
                  <a:srgbClr val="FFFFFF"/>
                </a:solidFill>
              </a:rPr>
              <a:t>Açıq aşkar proqramlaşdırma etmədən, datanın öyrənilməsi prosesidir və </a:t>
            </a:r>
            <a:r>
              <a:rPr lang="en-US" dirty="0" err="1">
                <a:solidFill>
                  <a:srgbClr val="FFFFFF"/>
                </a:solidFill>
              </a:rPr>
              <a:t>bir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az-Latn-AZ" dirty="0">
                <a:solidFill>
                  <a:srgbClr val="FFFFFF"/>
                </a:solidFill>
              </a:rPr>
              <a:t>çox sahələrdə tətbiq olunur:</a:t>
            </a:r>
          </a:p>
          <a:p>
            <a:pPr marL="0" indent="0">
              <a:buNone/>
            </a:pPr>
            <a:r>
              <a:rPr lang="az-Latn-AZ" dirty="0">
                <a:solidFill>
                  <a:srgbClr val="FFFFFF"/>
                </a:solidFill>
                <a:hlinkClick r:id="rId2"/>
              </a:rPr>
              <a:t>https://youtu.be/oBklltKXtDE?si=mP23DQWjxy3UidJJ</a:t>
            </a:r>
            <a:endParaRPr lang="az-Latn-AZ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az-Latn-AZ" dirty="0">
                <a:solidFill>
                  <a:srgbClr val="FFFFFF"/>
                </a:solidFill>
                <a:hlinkClick r:id="rId3"/>
              </a:rPr>
              <a:t>https://youtu.be/U5kIdtMJGc8?si=_6n2CnhDlE_hMJqc</a:t>
            </a:r>
            <a:endParaRPr lang="az-Latn-AZ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az-Latn-AZ" dirty="0">
                <a:solidFill>
                  <a:srgbClr val="FFFFFF"/>
                </a:solidFill>
                <a:hlinkClick r:id="rId4"/>
              </a:rPr>
              <a:t>https://youtu.be/JoFW2uSd3Uo?si=fiiMLRP0TO6y1MbO</a:t>
            </a:r>
            <a:endParaRPr lang="az-Latn-AZ" dirty="0">
              <a:solidFill>
                <a:srgbClr val="FFFFFF"/>
              </a:solidFill>
            </a:endParaRPr>
          </a:p>
          <a:p>
            <a:endParaRPr lang="az-Latn-AZ" dirty="0">
              <a:solidFill>
                <a:srgbClr val="FFFFFF"/>
              </a:solidFill>
            </a:endParaRPr>
          </a:p>
          <a:p>
            <a:endParaRPr lang="az-Latn-AZ" dirty="0">
              <a:solidFill>
                <a:srgbClr val="FFFFFF"/>
              </a:solidFill>
            </a:endParaRPr>
          </a:p>
          <a:p>
            <a:endParaRPr lang="az-Latn-AZ" dirty="0">
              <a:solidFill>
                <a:srgbClr val="FFFFFF"/>
              </a:solidFill>
            </a:endParaRPr>
          </a:p>
        </p:txBody>
      </p:sp>
      <p:pic>
        <p:nvPicPr>
          <p:cNvPr id="2050" name="Picture 2" descr="Applications of Machine learning - SwissCognitive – The ...">
            <a:extLst>
              <a:ext uri="{FF2B5EF4-FFF2-40B4-BE49-F238E27FC236}">
                <a16:creationId xmlns:a16="http://schemas.microsoft.com/office/drawing/2014/main" id="{C359B154-78B0-952C-0F42-F146EF84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949" y="936141"/>
            <a:ext cx="5802066" cy="496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3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A096-5024-C764-BB2C-A86CF7BC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Əmək bazarında 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9368-D980-F223-7B43-E41EF5CE6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Engineer-</a:t>
            </a:r>
            <a:r>
              <a:rPr lang="en-US" dirty="0" err="1"/>
              <a:t>lər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tələbat</a:t>
            </a:r>
            <a:r>
              <a:rPr lang="en-US" dirty="0"/>
              <a:t> </a:t>
            </a:r>
            <a:r>
              <a:rPr lang="az-Latn-AZ" dirty="0"/>
              <a:t>keçən ildən</a:t>
            </a:r>
            <a:r>
              <a:rPr lang="en-US" dirty="0"/>
              <a:t> 38% </a:t>
            </a:r>
            <a:r>
              <a:rPr lang="en-US" dirty="0" err="1"/>
              <a:t>artı</a:t>
            </a:r>
            <a:r>
              <a:rPr lang="az-Latn-AZ" dirty="0"/>
              <a:t>b</a:t>
            </a:r>
            <a:r>
              <a:rPr lang="en-US" dirty="0"/>
              <a:t>. Dünya İqtisadi Forumuna </a:t>
            </a:r>
            <a:r>
              <a:rPr lang="en-US" dirty="0" err="1"/>
              <a:t>görə</a:t>
            </a:r>
            <a:r>
              <a:rPr lang="en-US" dirty="0"/>
              <a:t>, 2023-2027-ci </a:t>
            </a:r>
            <a:r>
              <a:rPr lang="en-US" dirty="0" err="1"/>
              <a:t>illər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AI </a:t>
            </a:r>
            <a:r>
              <a:rPr lang="en-US" dirty="0" err="1"/>
              <a:t>və</a:t>
            </a:r>
            <a:r>
              <a:rPr lang="en-US" dirty="0"/>
              <a:t> ML </a:t>
            </a:r>
            <a:r>
              <a:rPr lang="en-US" dirty="0" err="1"/>
              <a:t>mütəxəssislərinə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tələbat</a:t>
            </a:r>
            <a:r>
              <a:rPr lang="en-US" dirty="0"/>
              <a:t> 40% </a:t>
            </a:r>
            <a:r>
              <a:rPr lang="en-US" dirty="0" err="1"/>
              <a:t>artacaq</a:t>
            </a:r>
            <a:r>
              <a:rPr lang="en-US" dirty="0"/>
              <a:t> — </a:t>
            </a:r>
            <a:r>
              <a:rPr lang="en-US" dirty="0" err="1"/>
              <a:t>bu</a:t>
            </a:r>
            <a:r>
              <a:rPr lang="en-US" dirty="0"/>
              <a:t> da </a:t>
            </a:r>
            <a:r>
              <a:rPr lang="en-US" dirty="0" err="1"/>
              <a:t>təxminən</a:t>
            </a:r>
            <a:r>
              <a:rPr lang="en-US" dirty="0"/>
              <a:t> 1 </a:t>
            </a:r>
            <a:r>
              <a:rPr lang="en-US" dirty="0" err="1"/>
              <a:t>milyon</a:t>
            </a:r>
            <a:r>
              <a:rPr lang="en-US" dirty="0"/>
              <a:t> yeni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yeri</a:t>
            </a:r>
            <a:r>
              <a:rPr lang="en-US" dirty="0"/>
              <a:t> </a:t>
            </a:r>
            <a:r>
              <a:rPr lang="en-US" dirty="0" err="1"/>
              <a:t>deməkdir</a:t>
            </a:r>
            <a:r>
              <a:rPr lang="en-US" dirty="0"/>
              <a:t>.</a:t>
            </a:r>
            <a:r>
              <a:rPr lang="az-Latn-AZ" dirty="0"/>
              <a:t> (ABŞ)</a:t>
            </a:r>
            <a:endParaRPr lang="az-Latn-AZ" dirty="0">
              <a:hlinkClick r:id="rId2"/>
            </a:endParaRPr>
          </a:p>
          <a:p>
            <a:r>
              <a:rPr lang="en-US" dirty="0">
                <a:hlinkClick r:id="rId2"/>
              </a:rPr>
              <a:t>https://www.secondtalent.com/resources/ai-engineer-vs-ml-engineer-vs-data-scientist/</a:t>
            </a:r>
            <a:endParaRPr lang="az-Latn-A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90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6B00-BB58-98FD-DAA8-8D504CB9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Suallar?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61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8CE6F-31A8-AE0F-4D35-E0E464D84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92" y="101508"/>
            <a:ext cx="3409783" cy="13003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az-Latn-AZ" dirty="0">
                <a:solidFill>
                  <a:srgbClr val="FFFFFF"/>
                </a:solidFill>
              </a:rPr>
              <a:t>EDA 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3AAF-57E7-4A2B-7D5C-5E7922619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93" y="2202546"/>
            <a:ext cx="3409782" cy="38236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ML </a:t>
            </a:r>
            <a:r>
              <a:rPr lang="en-US" dirty="0" err="1">
                <a:solidFill>
                  <a:srgbClr val="FFFFFF"/>
                </a:solidFill>
              </a:rPr>
              <a:t>modeli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qurmadan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əvvəl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datanı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görmək</a:t>
            </a:r>
            <a:r>
              <a:rPr lang="en-US" dirty="0">
                <a:solidFill>
                  <a:srgbClr val="FFFFFF"/>
                </a:solidFill>
              </a:rPr>
              <a:t>, </a:t>
            </a:r>
            <a:r>
              <a:rPr lang="en-US" dirty="0" err="1">
                <a:solidFill>
                  <a:srgbClr val="FFFFFF"/>
                </a:solidFill>
              </a:rPr>
              <a:t>anlamaq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və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təmizləmək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prosesidir</a:t>
            </a:r>
            <a:endParaRPr lang="az-Latn-AZ" dirty="0">
              <a:solidFill>
                <a:srgbClr val="FFFFFF"/>
              </a:solidFill>
            </a:endParaRPr>
          </a:p>
          <a:p>
            <a:r>
              <a:rPr lang="az-Latn-AZ" dirty="0">
                <a:solidFill>
                  <a:srgbClr val="FFFFFF"/>
                </a:solidFill>
              </a:rPr>
              <a:t>Datanın əldə olunması</a:t>
            </a:r>
          </a:p>
          <a:p>
            <a:r>
              <a:rPr lang="az-Latn-AZ" dirty="0">
                <a:solidFill>
                  <a:srgbClr val="FFFFFF"/>
                </a:solidFill>
              </a:rPr>
              <a:t>İlkin baxış (ölçü, sütunlar, data tipləri)</a:t>
            </a:r>
          </a:p>
          <a:p>
            <a:r>
              <a:rPr lang="az-Latn-AZ" dirty="0">
                <a:solidFill>
                  <a:srgbClr val="FFFFFF"/>
                </a:solidFill>
              </a:rPr>
              <a:t>Çatışmayan və ya normadan çox kənara çıxan dəyərlərin aşkarlanması</a:t>
            </a:r>
          </a:p>
          <a:p>
            <a:r>
              <a:rPr lang="az-Latn-AZ" dirty="0">
                <a:solidFill>
                  <a:srgbClr val="FFFFFF"/>
                </a:solidFill>
              </a:rPr>
              <a:t>Statistik təhlil, feature engineering və s.</a:t>
            </a:r>
          </a:p>
          <a:p>
            <a:endParaRPr lang="az-Latn-AZ" dirty="0">
              <a:solidFill>
                <a:srgbClr val="FFFFFF"/>
              </a:solidFill>
            </a:endParaRPr>
          </a:p>
          <a:p>
            <a:endParaRPr lang="az-Latn-AZ" dirty="0">
              <a:solidFill>
                <a:srgbClr val="FFFFFF"/>
              </a:solidFill>
            </a:endParaRPr>
          </a:p>
        </p:txBody>
      </p:sp>
      <p:pic>
        <p:nvPicPr>
          <p:cNvPr id="3074" name="Picture 2" descr="A Comprehensive Guide to Mastering Exploratory Data Analysis">
            <a:extLst>
              <a:ext uri="{FF2B5EF4-FFF2-40B4-BE49-F238E27FC236}">
                <a16:creationId xmlns:a16="http://schemas.microsoft.com/office/drawing/2014/main" id="{1DDABC92-8A62-3C37-8407-96C244218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77012" y="1313830"/>
            <a:ext cx="7726516" cy="403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89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1EF3-8C7A-AB0C-DC1D-05065A58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z-Latn-AZ" dirty="0"/>
              <a:t>Məlumatın əldə olunması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52108-C016-E906-A7F1-878F8BBCD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814998"/>
            <a:ext cx="11029615" cy="3634486"/>
          </a:xfrm>
        </p:spPr>
        <p:txBody>
          <a:bodyPr>
            <a:normAutofit/>
          </a:bodyPr>
          <a:lstStyle/>
          <a:p>
            <a:r>
              <a:rPr lang="az-Latn-AZ" b="1" dirty="0"/>
              <a:t>Hazır fayllar </a:t>
            </a:r>
            <a:r>
              <a:rPr lang="az-Latn-AZ" dirty="0"/>
              <a:t>- ən sadə və ən məhşur: .csv, .xlsx, .json. Bu faylları oxumaq və manupulyasiya etmək üçün istifadə olunan ən məhşur kitabxana - </a:t>
            </a:r>
            <a:r>
              <a:rPr lang="az-Latn-AZ" b="1" dirty="0"/>
              <a:t>pandas</a:t>
            </a:r>
          </a:p>
          <a:p>
            <a:r>
              <a:rPr lang="en-GB" b="1" dirty="0"/>
              <a:t>SQL </a:t>
            </a:r>
            <a:r>
              <a:rPr lang="en-GB" b="1" dirty="0" err="1"/>
              <a:t>Verilənlər</a:t>
            </a:r>
            <a:r>
              <a:rPr lang="en-GB" b="1" dirty="0"/>
              <a:t> </a:t>
            </a:r>
            <a:r>
              <a:rPr lang="en-GB" b="1" dirty="0" err="1"/>
              <a:t>Bazası</a:t>
            </a:r>
            <a:r>
              <a:rPr lang="az-Latn-AZ" b="1" dirty="0"/>
              <a:t> - </a:t>
            </a:r>
            <a:r>
              <a:rPr lang="en-GB" dirty="0" err="1"/>
              <a:t>Şirkətlərdə</a:t>
            </a:r>
            <a:r>
              <a:rPr lang="en-GB" dirty="0"/>
              <a:t> data </a:t>
            </a:r>
            <a:r>
              <a:rPr lang="en-GB" dirty="0" err="1"/>
              <a:t>əksər</a:t>
            </a:r>
            <a:r>
              <a:rPr lang="en-GB" dirty="0"/>
              <a:t> </a:t>
            </a:r>
            <a:r>
              <a:rPr lang="en-GB" dirty="0" err="1"/>
              <a:t>hallarda</a:t>
            </a:r>
            <a:r>
              <a:rPr lang="en-GB" dirty="0"/>
              <a:t> </a:t>
            </a:r>
            <a:r>
              <a:rPr lang="en-GB" dirty="0" err="1"/>
              <a:t>bazalarda</a:t>
            </a:r>
            <a:r>
              <a:rPr lang="en-GB" dirty="0"/>
              <a:t> </a:t>
            </a:r>
            <a:r>
              <a:rPr lang="en-GB" dirty="0" err="1"/>
              <a:t>saxlanılır</a:t>
            </a:r>
            <a:r>
              <a:rPr lang="en-GB" dirty="0"/>
              <a:t>.</a:t>
            </a:r>
            <a:r>
              <a:rPr lang="az-Latn-AZ" dirty="0"/>
              <a:t> Kitabxana – </a:t>
            </a:r>
            <a:r>
              <a:rPr lang="az-Latn-AZ" b="1" dirty="0"/>
              <a:t>sqlite3</a:t>
            </a:r>
          </a:p>
          <a:p>
            <a:r>
              <a:rPr lang="az-Latn-AZ" dirty="0"/>
              <a:t>PostgreSQL, MySQL, SQLite — hamısı oxşar sintaksislə işləyir. </a:t>
            </a:r>
            <a:r>
              <a:rPr lang="az-Latn-AZ" b="1" dirty="0"/>
              <a:t>pandas</a:t>
            </a:r>
            <a:r>
              <a:rPr lang="az-Latn-AZ" dirty="0"/>
              <a:t> birbaşa SQL sorğusunu dataframe-ə çevirir.</a:t>
            </a:r>
          </a:p>
          <a:p>
            <a:r>
              <a:rPr lang="en-GB" b="1" dirty="0"/>
              <a:t>API </a:t>
            </a:r>
            <a:r>
              <a:rPr lang="en-GB" b="1" dirty="0" err="1"/>
              <a:t>vasitəsilə</a:t>
            </a:r>
            <a:r>
              <a:rPr lang="az-Latn-AZ" b="1" dirty="0"/>
              <a:t> </a:t>
            </a:r>
            <a:r>
              <a:rPr lang="az-Latn-AZ" dirty="0"/>
              <a:t>- </a:t>
            </a:r>
            <a:r>
              <a:rPr lang="en-GB" dirty="0"/>
              <a:t>Bir </a:t>
            </a:r>
            <a:r>
              <a:rPr lang="en-GB" dirty="0" err="1"/>
              <a:t>çox</a:t>
            </a:r>
            <a:r>
              <a:rPr lang="en-GB" dirty="0"/>
              <a:t> </a:t>
            </a:r>
            <a:r>
              <a:rPr lang="en-GB" dirty="0" err="1"/>
              <a:t>platforma</a:t>
            </a:r>
            <a:r>
              <a:rPr lang="en-GB" dirty="0"/>
              <a:t> </a:t>
            </a:r>
            <a:r>
              <a:rPr lang="en-GB" dirty="0" err="1"/>
              <a:t>datanı</a:t>
            </a:r>
            <a:r>
              <a:rPr lang="en-GB" dirty="0"/>
              <a:t> API </a:t>
            </a:r>
            <a:r>
              <a:rPr lang="en-GB" dirty="0" err="1"/>
              <a:t>üzərindən</a:t>
            </a:r>
            <a:r>
              <a:rPr lang="en-GB" dirty="0"/>
              <a:t> </a:t>
            </a:r>
            <a:r>
              <a:rPr lang="en-GB" dirty="0" err="1"/>
              <a:t>təqdim</a:t>
            </a:r>
            <a:r>
              <a:rPr lang="en-GB" dirty="0"/>
              <a:t> </a:t>
            </a:r>
            <a:r>
              <a:rPr lang="en-GB" dirty="0" err="1"/>
              <a:t>edir</a:t>
            </a:r>
            <a:r>
              <a:rPr lang="en-GB" dirty="0"/>
              <a:t>.</a:t>
            </a:r>
            <a:endParaRPr lang="az-Latn-AZ" dirty="0"/>
          </a:p>
          <a:p>
            <a:r>
              <a:rPr lang="az-Latn-AZ" dirty="0"/>
              <a:t> API cavabı JSON formatında gəlir → pd.json_normalize() ilə dataframe-ə çevirmək olar.</a:t>
            </a:r>
          </a:p>
          <a:p>
            <a:r>
              <a:rPr lang="en-GB" b="1" dirty="0"/>
              <a:t>Web Scraping</a:t>
            </a:r>
            <a:r>
              <a:rPr lang="az-Latn-AZ" b="1" dirty="0"/>
              <a:t> </a:t>
            </a:r>
            <a:r>
              <a:rPr lang="az-Latn-AZ" dirty="0"/>
              <a:t>- </a:t>
            </a:r>
            <a:r>
              <a:rPr lang="en-GB" dirty="0" err="1"/>
              <a:t>Saytda</a:t>
            </a:r>
            <a:r>
              <a:rPr lang="en-GB" dirty="0"/>
              <a:t> API </a:t>
            </a:r>
            <a:r>
              <a:rPr lang="en-GB" dirty="0" err="1"/>
              <a:t>yoxdursa</a:t>
            </a:r>
            <a:r>
              <a:rPr lang="en-GB" dirty="0"/>
              <a:t>, </a:t>
            </a:r>
            <a:r>
              <a:rPr lang="en-GB" dirty="0" err="1"/>
              <a:t>datanı</a:t>
            </a:r>
            <a:r>
              <a:rPr lang="en-GB" dirty="0"/>
              <a:t> </a:t>
            </a:r>
            <a:r>
              <a:rPr lang="en-GB" dirty="0" err="1"/>
              <a:t>birbaşa</a:t>
            </a:r>
            <a:r>
              <a:rPr lang="en-GB" dirty="0"/>
              <a:t> HTML-</a:t>
            </a:r>
            <a:r>
              <a:rPr lang="en-GB" dirty="0" err="1"/>
              <a:t>dən</a:t>
            </a:r>
            <a:r>
              <a:rPr lang="en-GB" dirty="0"/>
              <a:t> </a:t>
            </a:r>
            <a:r>
              <a:rPr lang="en-GB" dirty="0" err="1"/>
              <a:t>çıxarmaq</a:t>
            </a:r>
            <a:r>
              <a:rPr lang="en-GB" dirty="0"/>
              <a:t> </a:t>
            </a:r>
            <a:r>
              <a:rPr lang="en-GB" dirty="0" err="1"/>
              <a:t>olar</a:t>
            </a:r>
            <a:r>
              <a:rPr lang="en-GB" dirty="0"/>
              <a:t>.</a:t>
            </a:r>
            <a:r>
              <a:rPr lang="az-Latn-AZ" dirty="0"/>
              <a:t> (Kitabxana – </a:t>
            </a:r>
            <a:r>
              <a:rPr lang="az-Latn-AZ" b="1" dirty="0"/>
              <a:t>BeautifulSoup</a:t>
            </a:r>
            <a:r>
              <a:rPr lang="az-Latn-AZ" dirty="0"/>
              <a:t>)</a:t>
            </a:r>
          </a:p>
          <a:p>
            <a:r>
              <a:rPr lang="az-Latn-AZ" dirty="0"/>
              <a:t>Scraping etməzdən əvvəl saytın bunu qadağan edib-etmədiyini yoxlamaq lazımdır. </a:t>
            </a:r>
          </a:p>
          <a:p>
            <a:endParaRPr lang="az-Latn-AZ" b="1" dirty="0"/>
          </a:p>
          <a:p>
            <a:endParaRPr lang="az-Latn-AZ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587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6BB67-8081-8E9C-55A1-735C4F9DC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az-Latn-AZ" b="1" dirty="0"/>
          </a:p>
          <a:p>
            <a:endParaRPr lang="az-Latn-AZ" b="1" dirty="0"/>
          </a:p>
          <a:p>
            <a:endParaRPr lang="az-Latn-AZ" b="1" dirty="0"/>
          </a:p>
          <a:p>
            <a:endParaRPr lang="az-Latn-AZ" b="1" dirty="0"/>
          </a:p>
          <a:p>
            <a:endParaRPr lang="az-Latn-AZ" b="1" dirty="0"/>
          </a:p>
          <a:p>
            <a:endParaRPr lang="az-Latn-AZ" b="1" dirty="0"/>
          </a:p>
          <a:p>
            <a:endParaRPr lang="en-GB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B559C8-BA70-F377-3D97-C78CFFB4301D}"/>
              </a:ext>
            </a:extLst>
          </p:cNvPr>
          <p:cNvSpPr/>
          <p:nvPr/>
        </p:nvSpPr>
        <p:spPr>
          <a:xfrm>
            <a:off x="795867" y="703252"/>
            <a:ext cx="8576731" cy="11887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import pandas as pd</a:t>
            </a:r>
            <a:endParaRPr lang="az-Latn-AZ" b="1" dirty="0"/>
          </a:p>
          <a:p>
            <a:r>
              <a:rPr lang="en-GB" b="1" dirty="0" err="1"/>
              <a:t>df</a:t>
            </a:r>
            <a:r>
              <a:rPr lang="en-GB" b="1" dirty="0"/>
              <a:t> = </a:t>
            </a:r>
            <a:r>
              <a:rPr lang="en-GB" b="1" dirty="0" err="1"/>
              <a:t>pd.read_csv</a:t>
            </a:r>
            <a:r>
              <a:rPr lang="en-GB" b="1" dirty="0"/>
              <a:t>("titanic.csv")</a:t>
            </a:r>
            <a:endParaRPr lang="az-Latn-AZ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286A6-8A5E-08BE-D200-E2D44A397088}"/>
              </a:ext>
            </a:extLst>
          </p:cNvPr>
          <p:cNvSpPr/>
          <p:nvPr/>
        </p:nvSpPr>
        <p:spPr>
          <a:xfrm>
            <a:off x="795868" y="1996430"/>
            <a:ext cx="8576732" cy="1223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dirty="0"/>
              <a:t>import sqlite3 </a:t>
            </a:r>
            <a:endParaRPr lang="az-Latn-AZ" b="1" dirty="0"/>
          </a:p>
          <a:p>
            <a:r>
              <a:rPr lang="pt-BR" b="1" dirty="0"/>
              <a:t>import pandas as pd </a:t>
            </a:r>
            <a:endParaRPr lang="az-Latn-AZ" b="1" dirty="0"/>
          </a:p>
          <a:p>
            <a:r>
              <a:rPr lang="en-US" b="1" dirty="0"/>
              <a:t>conn = sqlite3.connect("</a:t>
            </a:r>
            <a:r>
              <a:rPr lang="en-US" b="1" dirty="0" err="1"/>
              <a:t>database.db</a:t>
            </a:r>
            <a:r>
              <a:rPr lang="en-US" b="1" dirty="0"/>
              <a:t>") </a:t>
            </a:r>
            <a:endParaRPr lang="az-Latn-AZ" b="1" dirty="0"/>
          </a:p>
          <a:p>
            <a:r>
              <a:rPr lang="en-US" b="1" dirty="0" err="1"/>
              <a:t>df</a:t>
            </a:r>
            <a:r>
              <a:rPr lang="en-US" b="1" dirty="0"/>
              <a:t> = </a:t>
            </a:r>
            <a:r>
              <a:rPr lang="en-US" b="1" dirty="0" err="1"/>
              <a:t>pd.read_sql</a:t>
            </a:r>
            <a:r>
              <a:rPr lang="en-US" b="1" dirty="0"/>
              <a:t>("SELECT * FROM customers WHERE age &gt; 18", conn)</a:t>
            </a:r>
            <a:endParaRPr lang="az-Latn-AZ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06AACB-49E1-3421-0738-59ADE680B7E4}"/>
              </a:ext>
            </a:extLst>
          </p:cNvPr>
          <p:cNvSpPr/>
          <p:nvPr/>
        </p:nvSpPr>
        <p:spPr>
          <a:xfrm>
            <a:off x="795868" y="3429000"/>
            <a:ext cx="8576732" cy="12238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b="1" dirty="0"/>
              <a:t>import requests</a:t>
            </a:r>
            <a:endParaRPr lang="az-Latn-AZ" b="1" dirty="0"/>
          </a:p>
          <a:p>
            <a:r>
              <a:rPr lang="en-US" b="1" dirty="0" err="1"/>
              <a:t>url</a:t>
            </a:r>
            <a:r>
              <a:rPr lang="az-Latn-AZ" b="1" dirty="0"/>
              <a:t>=</a:t>
            </a:r>
            <a:r>
              <a:rPr lang="en-US" b="1" dirty="0"/>
              <a:t>"https://api.openweathermap.org/data/2.5/weather" </a:t>
            </a:r>
            <a:endParaRPr lang="az-Latn-AZ" b="1" dirty="0"/>
          </a:p>
          <a:p>
            <a:r>
              <a:rPr lang="en-US" b="1" dirty="0"/>
              <a:t>params = {"q": "Baku", "</a:t>
            </a:r>
            <a:r>
              <a:rPr lang="en-US" b="1" dirty="0" err="1"/>
              <a:t>appid</a:t>
            </a:r>
            <a:r>
              <a:rPr lang="en-US" b="1" dirty="0"/>
              <a:t>": "YOUR_API_KEY"}</a:t>
            </a:r>
            <a:endParaRPr lang="az-Latn-AZ" b="1" dirty="0"/>
          </a:p>
          <a:p>
            <a:r>
              <a:rPr lang="en-GB" b="1" dirty="0"/>
              <a:t>response = </a:t>
            </a:r>
            <a:r>
              <a:rPr lang="en-GB" b="1" dirty="0" err="1"/>
              <a:t>requests.get</a:t>
            </a:r>
            <a:r>
              <a:rPr lang="en-GB" b="1" dirty="0"/>
              <a:t>(</a:t>
            </a:r>
            <a:r>
              <a:rPr lang="en-GB" b="1" dirty="0" err="1"/>
              <a:t>url</a:t>
            </a:r>
            <a:r>
              <a:rPr lang="en-GB" b="1" dirty="0"/>
              <a:t>, params=params) data = </a:t>
            </a:r>
            <a:r>
              <a:rPr lang="en-GB" b="1" dirty="0" err="1"/>
              <a:t>response.json</a:t>
            </a:r>
            <a:r>
              <a:rPr lang="en-GB" b="1" dirty="0"/>
              <a:t>()</a:t>
            </a:r>
            <a:endParaRPr lang="az-Latn-AZ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1D112-40A7-DD05-6034-F49F32FE3E91}"/>
              </a:ext>
            </a:extLst>
          </p:cNvPr>
          <p:cNvSpPr/>
          <p:nvPr/>
        </p:nvSpPr>
        <p:spPr>
          <a:xfrm>
            <a:off x="795867" y="4861570"/>
            <a:ext cx="8576733" cy="159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az-Latn-AZ" b="1" dirty="0"/>
          </a:p>
          <a:p>
            <a:r>
              <a:rPr lang="en-GB" b="1" dirty="0"/>
              <a:t>from bs4 import </a:t>
            </a:r>
            <a:r>
              <a:rPr lang="en-GB" b="1" dirty="0" err="1"/>
              <a:t>BeautifulSoup</a:t>
            </a:r>
            <a:r>
              <a:rPr lang="en-GB" b="1" dirty="0"/>
              <a:t> </a:t>
            </a:r>
            <a:endParaRPr lang="az-Latn-AZ" b="1" dirty="0"/>
          </a:p>
          <a:p>
            <a:r>
              <a:rPr lang="en-GB" b="1" dirty="0"/>
              <a:t>import requests </a:t>
            </a:r>
            <a:endParaRPr lang="az-Latn-AZ" b="1" dirty="0"/>
          </a:p>
          <a:p>
            <a:r>
              <a:rPr lang="en-GB" b="1" dirty="0" err="1"/>
              <a:t>url</a:t>
            </a:r>
            <a:r>
              <a:rPr lang="en-GB" b="1" dirty="0"/>
              <a:t> = "https://books.toscrape.com" </a:t>
            </a:r>
            <a:endParaRPr lang="az-Latn-AZ" b="1" dirty="0"/>
          </a:p>
          <a:p>
            <a:r>
              <a:rPr lang="en-GB" b="1" dirty="0"/>
              <a:t>response = </a:t>
            </a:r>
            <a:r>
              <a:rPr lang="en-GB" b="1" dirty="0" err="1"/>
              <a:t>requests.get</a:t>
            </a:r>
            <a:r>
              <a:rPr lang="en-GB" b="1" dirty="0"/>
              <a:t>(</a:t>
            </a:r>
            <a:r>
              <a:rPr lang="en-GB" b="1" dirty="0" err="1"/>
              <a:t>url</a:t>
            </a:r>
            <a:r>
              <a:rPr lang="en-GB" b="1" dirty="0"/>
              <a:t>) </a:t>
            </a:r>
            <a:endParaRPr lang="az-Latn-AZ" b="1" dirty="0"/>
          </a:p>
          <a:p>
            <a:r>
              <a:rPr lang="en-GB" b="1" dirty="0"/>
              <a:t>soup = </a:t>
            </a:r>
            <a:r>
              <a:rPr lang="en-GB" b="1" dirty="0" err="1"/>
              <a:t>BeautifulSoup</a:t>
            </a:r>
            <a:r>
              <a:rPr lang="en-GB" b="1" dirty="0"/>
              <a:t>(</a:t>
            </a:r>
            <a:r>
              <a:rPr lang="en-GB" b="1" dirty="0" err="1"/>
              <a:t>response.text</a:t>
            </a:r>
            <a:r>
              <a:rPr lang="en-GB" b="1" dirty="0"/>
              <a:t>, "</a:t>
            </a:r>
            <a:r>
              <a:rPr lang="en-GB" b="1" dirty="0" err="1"/>
              <a:t>html.parser</a:t>
            </a:r>
            <a:r>
              <a:rPr lang="en-GB" b="1" dirty="0"/>
              <a:t>") </a:t>
            </a:r>
            <a:endParaRPr lang="az-Latn-AZ" b="1" dirty="0"/>
          </a:p>
          <a:p>
            <a:r>
              <a:rPr lang="en-GB" b="1" dirty="0"/>
              <a:t>titles = </a:t>
            </a:r>
            <a:r>
              <a:rPr lang="en-GB" b="1" dirty="0" err="1"/>
              <a:t>soup.find_all</a:t>
            </a:r>
            <a:r>
              <a:rPr lang="en-GB" b="1" dirty="0"/>
              <a:t>("h3")</a:t>
            </a:r>
            <a:endParaRPr lang="az-Latn-AZ" b="1" dirty="0"/>
          </a:p>
          <a:p>
            <a:endParaRPr lang="az-Latn-AZ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7CF0C-849D-73A2-41DC-0F99158EEDCB}"/>
              </a:ext>
            </a:extLst>
          </p:cNvPr>
          <p:cNvSpPr txBox="1"/>
          <p:nvPr/>
        </p:nvSpPr>
        <p:spPr>
          <a:xfrm>
            <a:off x="10151534" y="1176866"/>
            <a:ext cx="132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z-Latn-AZ" dirty="0"/>
              <a:t>Hazır fayllar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E70B4-2E26-E39C-0B10-582C6B4B0F5A}"/>
              </a:ext>
            </a:extLst>
          </p:cNvPr>
          <p:cNvSpPr txBox="1"/>
          <p:nvPr/>
        </p:nvSpPr>
        <p:spPr>
          <a:xfrm>
            <a:off x="10151534" y="2423703"/>
            <a:ext cx="180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z-Latn-AZ" dirty="0"/>
              <a:t>Verilənlər Bazası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7AEB0-634B-510F-6097-5FD357444DAC}"/>
              </a:ext>
            </a:extLst>
          </p:cNvPr>
          <p:cNvSpPr txBox="1"/>
          <p:nvPr/>
        </p:nvSpPr>
        <p:spPr>
          <a:xfrm>
            <a:off x="10151534" y="3864696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z-Latn-AZ" dirty="0"/>
              <a:t>API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4345A-5D0F-EA59-C6CE-5036DADD5C6C}"/>
              </a:ext>
            </a:extLst>
          </p:cNvPr>
          <p:cNvSpPr txBox="1"/>
          <p:nvPr/>
        </p:nvSpPr>
        <p:spPr>
          <a:xfrm>
            <a:off x="10151534" y="5474104"/>
            <a:ext cx="152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Web Scraping</a:t>
            </a:r>
          </a:p>
        </p:txBody>
      </p:sp>
    </p:spTree>
    <p:extLst>
      <p:ext uri="{BB962C8B-B14F-4D97-AF65-F5344CB8AC3E}">
        <p14:creationId xmlns:p14="http://schemas.microsoft.com/office/powerpoint/2010/main" val="173018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089D-1B09-5F2E-2627-CD04C188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Suallar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77549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Franklin Gothic Book</vt:lpstr>
      <vt:lpstr>Franklin Gothic Demi</vt:lpstr>
      <vt:lpstr>Wingdings</vt:lpstr>
      <vt:lpstr>Wingdings 2</vt:lpstr>
      <vt:lpstr>DividendVTI</vt:lpstr>
      <vt:lpstr>Introduction to machine learning and first steps</vt:lpstr>
      <vt:lpstr>Ümumi məlumat</vt:lpstr>
      <vt:lpstr>Sizlə tanış olaq</vt:lpstr>
      <vt:lpstr>Seminardan Gözləntilər</vt:lpstr>
      <vt:lpstr>Roadmap</vt:lpstr>
      <vt:lpstr>Texniki tələblər</vt:lpstr>
      <vt:lpstr>Machine learning nədir?</vt:lpstr>
      <vt:lpstr>Əmək bazarında machine learning</vt:lpstr>
      <vt:lpstr>Suallar?</vt:lpstr>
      <vt:lpstr>EDA </vt:lpstr>
      <vt:lpstr>Məlumatın əldə olunması</vt:lpstr>
      <vt:lpstr>PowerPoint Presentation</vt:lpstr>
      <vt:lpstr>Suallar?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Gunay Hummatova</dc:creator>
  <cp:lastModifiedBy>Gunay Hummatova</cp:lastModifiedBy>
  <cp:revision>1</cp:revision>
  <dcterms:created xsi:type="dcterms:W3CDTF">2026-04-28T07:24:57Z</dcterms:created>
  <dcterms:modified xsi:type="dcterms:W3CDTF">2026-04-29T10:14:33Z</dcterms:modified>
</cp:coreProperties>
</file>